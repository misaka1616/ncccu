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custShowLst>
    <p:custShow name="自定义放映1" id="0">
      <p:sldLst>
        <p:sld r:id="rId5"/>
        <p:sld r:id="rId6"/>
        <p:sld r:id="rId7"/>
        <p:sld r:id="rId8"/>
        <p:sld r:id="rId9"/>
        <p:sld r:id="rId10"/>
        <p:sld r:id="rId11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57278-5A1C-43D5-B764-C99EFF41C1DF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0A832-DCF4-43F8-956D-9EB90276A6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00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中国代表团共获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金、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银、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铜，奖牌总数达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枚，在金牌榜和总奖牌榜上均名列第二，乒乓传统优势项目仍然是中国金牌大户。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50A832-DCF4-43F8-956D-9EB90276A64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04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11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32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78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06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65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30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48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35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3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83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99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63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09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4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00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31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30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7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95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66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58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3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229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51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09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52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10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80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5" name="drumroll.wav"/>
          </p:stSnd>
        </p:sndAc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33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audio" Target="../media/audio1.wav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audio" Target="../media/audio1.wav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41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3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14" name="drumroll.wav"/>
          </p:stSnd>
        </p:sndAc>
      </p:transition>
    </mc:Fallback>
  </mc:AlternateContent>
  <p:hf sldNum="0"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6782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19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21" name="drumroll.wav"/>
          </p:stSnd>
        </p:sndAc>
      </p:transition>
    </mc:Fallback>
  </mc:AlternateConten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audio" Target="../media/audio1.wav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8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东京奥运会</a:t>
            </a:r>
            <a:endParaRPr lang="zh-CN" altLang="en-US" sz="88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2A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奥运之光</a:t>
            </a:r>
          </a:p>
        </p:txBody>
      </p:sp>
    </p:spTree>
    <p:extLst>
      <p:ext uri="{BB962C8B-B14F-4D97-AF65-F5344CB8AC3E}">
        <p14:creationId xmlns:p14="http://schemas.microsoft.com/office/powerpoint/2010/main" val="307243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3" name="drumroll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回顾中国队获奖瞬间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3" action="ppaction://hlinksldjump"/>
              </a:rPr>
              <a:t>金牌 陈梦 乒乓球 女子单打</a:t>
            </a:r>
            <a:endParaRPr lang="zh-CN" altLang="zh-CN" dirty="0"/>
          </a:p>
          <a:p>
            <a:pPr>
              <a:buClrTx/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4" action="ppaction://hlinksldjump"/>
              </a:rPr>
              <a:t>金牌 马龙 乒乓球 男子单打</a:t>
            </a:r>
            <a:endParaRPr lang="zh-CN" altLang="zh-CN" dirty="0"/>
          </a:p>
          <a:p>
            <a:pPr>
              <a:buClrTx/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5" action="ppaction://hlinksldjump"/>
              </a:rPr>
              <a:t>金牌 陈梦</a:t>
            </a:r>
            <a:r>
              <a:rPr lang="en-US" altLang="zh-CN" dirty="0">
                <a:hlinkClick r:id="rId5" action="ppaction://hlinksldjump"/>
              </a:rPr>
              <a:t>/</a:t>
            </a:r>
            <a:r>
              <a:rPr lang="zh-CN" altLang="zh-CN" dirty="0">
                <a:hlinkClick r:id="rId5" action="ppaction://hlinksldjump"/>
              </a:rPr>
              <a:t>孙颖莎</a:t>
            </a:r>
            <a:r>
              <a:rPr lang="en-US" altLang="zh-CN" dirty="0">
                <a:hlinkClick r:id="rId5" action="ppaction://hlinksldjump"/>
              </a:rPr>
              <a:t>/</a:t>
            </a:r>
            <a:r>
              <a:rPr lang="zh-CN" altLang="zh-CN" dirty="0">
                <a:hlinkClick r:id="rId5" action="ppaction://hlinksldjump"/>
              </a:rPr>
              <a:t>王曼昱 乒乓球 女子团体</a:t>
            </a:r>
            <a:endParaRPr lang="zh-CN" altLang="zh-CN" dirty="0"/>
          </a:p>
          <a:p>
            <a:pPr>
              <a:buClrTx/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6" action="ppaction://hlinksldjump"/>
              </a:rPr>
              <a:t>金牌 马龙</a:t>
            </a:r>
            <a:r>
              <a:rPr lang="en-US" altLang="zh-CN" dirty="0">
                <a:hlinkClick r:id="rId6" action="ppaction://hlinksldjump"/>
              </a:rPr>
              <a:t>/</a:t>
            </a:r>
            <a:r>
              <a:rPr lang="zh-CN" altLang="zh-CN" dirty="0">
                <a:hlinkClick r:id="rId6" action="ppaction://hlinksldjump"/>
              </a:rPr>
              <a:t>许昕</a:t>
            </a:r>
            <a:r>
              <a:rPr lang="en-US" altLang="zh-CN" dirty="0">
                <a:hlinkClick r:id="rId6" action="ppaction://hlinksldjump"/>
              </a:rPr>
              <a:t>/</a:t>
            </a:r>
            <a:r>
              <a:rPr lang="zh-CN" altLang="zh-CN" dirty="0">
                <a:hlinkClick r:id="rId6" action="ppaction://hlinksldjump"/>
              </a:rPr>
              <a:t>樊振东 乒乓球 男子团体</a:t>
            </a:r>
            <a:endParaRPr lang="zh-CN" altLang="zh-CN" dirty="0"/>
          </a:p>
          <a:p>
            <a:pPr>
              <a:buClrTx/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7" action="ppaction://hlinksldjump"/>
              </a:rPr>
              <a:t>银牌 许昕</a:t>
            </a:r>
            <a:r>
              <a:rPr lang="en-US" altLang="zh-CN" dirty="0">
                <a:hlinkClick r:id="rId7" action="ppaction://hlinksldjump"/>
              </a:rPr>
              <a:t>/</a:t>
            </a:r>
            <a:r>
              <a:rPr lang="zh-CN" altLang="zh-CN" dirty="0">
                <a:hlinkClick r:id="rId7" action="ppaction://hlinksldjump"/>
              </a:rPr>
              <a:t>刘诗雯 乒乓球 混合双打</a:t>
            </a:r>
            <a:endParaRPr lang="zh-CN" altLang="zh-CN" dirty="0"/>
          </a:p>
          <a:p>
            <a:pPr>
              <a:buClrTx/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8" action="ppaction://hlinksldjump"/>
              </a:rPr>
              <a:t>银牌</a:t>
            </a:r>
            <a:r>
              <a:rPr lang="en-US" altLang="zh-CN" dirty="0">
                <a:hlinkClick r:id="rId8" action="ppaction://hlinksldjump"/>
              </a:rPr>
              <a:t> </a:t>
            </a:r>
            <a:r>
              <a:rPr lang="zh-CN" altLang="zh-CN" dirty="0">
                <a:hlinkClick r:id="rId8" action="ppaction://hlinksldjump"/>
              </a:rPr>
              <a:t>孙颖莎 乒乓球 女子单打</a:t>
            </a:r>
            <a:endParaRPr lang="zh-CN" altLang="zh-CN" dirty="0"/>
          </a:p>
          <a:p>
            <a:pPr>
              <a:buClrTx/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9" action="ppaction://hlinksldjump"/>
              </a:rPr>
              <a:t>银牌 樊振东 乒乓球 男子单打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90053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10" name="drumroll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陈梦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东京奥运会乒乓球女单决赛中，陈梦</a:t>
            </a:r>
            <a:r>
              <a:rPr lang="en-US" altLang="zh-CN" dirty="0"/>
              <a:t>4-2</a:t>
            </a:r>
            <a:r>
              <a:rPr lang="zh-CN" altLang="zh-CN" dirty="0"/>
              <a:t>战胜孙颖莎夺金，为中国队斩获第</a:t>
            </a:r>
            <a:r>
              <a:rPr lang="en-US" altLang="zh-CN" dirty="0"/>
              <a:t>15</a:t>
            </a:r>
            <a:r>
              <a:rPr lang="zh-CN" altLang="zh-CN" dirty="0"/>
              <a:t>金！</a:t>
            </a: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3686185" y="2435236"/>
            <a:ext cx="4612863" cy="3228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349284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马龙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东京奥运会乒乓球男子单打决赛，马龙</a:t>
            </a:r>
            <a:r>
              <a:rPr lang="en-US" altLang="zh-CN" dirty="0"/>
              <a:t>VS</a:t>
            </a:r>
            <a:r>
              <a:rPr lang="zh-CN" altLang="zh-CN" dirty="0"/>
              <a:t>樊振东对决，马龙获得金牌，为中国</a:t>
            </a:r>
            <a:r>
              <a:rPr lang="zh-CN" altLang="en-US" dirty="0"/>
              <a:t>队斩获第</a:t>
            </a:r>
            <a:r>
              <a:rPr lang="en-US" altLang="zh-CN" dirty="0"/>
              <a:t>19</a:t>
            </a:r>
            <a:r>
              <a:rPr lang="zh-CN" altLang="zh-CN" dirty="0"/>
              <a:t>金！</a:t>
            </a: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6315299" y="2216626"/>
            <a:ext cx="4688320" cy="3281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360682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乒乓球女子团体</a:t>
            </a:r>
            <a:r>
              <a:rPr lang="en-US" altLang="zh-CN" b="1" dirty="0"/>
              <a:t>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7305" y="2237363"/>
            <a:ext cx="4937760" cy="2542981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东京奥运会乒乓球女团决赛，中国乒乓球女团战胜日本，夺得金牌，为中国队斩获第</a:t>
            </a:r>
            <a:r>
              <a:rPr lang="en-US" altLang="zh-CN" dirty="0"/>
              <a:t>34</a:t>
            </a:r>
            <a:r>
              <a:rPr lang="zh-CN" altLang="zh-CN" dirty="0"/>
              <a:t>金！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436243" y="2699586"/>
            <a:ext cx="4893058" cy="27979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8174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乒乓球男子团体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1097280" y="2258243"/>
            <a:ext cx="4937760" cy="3378200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东京奥运会乒乓球男团决赛，中国乒乓球男团</a:t>
            </a:r>
            <a:r>
              <a:rPr lang="en-US" altLang="zh-CN" dirty="0"/>
              <a:t>3-0</a:t>
            </a:r>
            <a:r>
              <a:rPr lang="zh-CN" altLang="zh-CN" dirty="0"/>
              <a:t>战胜德国队，夺得金牌，为中国队斩获第</a:t>
            </a:r>
            <a:r>
              <a:rPr lang="en-US" altLang="zh-CN" dirty="0"/>
              <a:t>35</a:t>
            </a:r>
            <a:r>
              <a:rPr lang="zh-CN" altLang="zh-CN" dirty="0"/>
              <a:t>金！</a:t>
            </a: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404272" y="2560702"/>
            <a:ext cx="5307806" cy="26787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4692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许昕 刘诗雯</a:t>
            </a:r>
            <a:endParaRPr lang="zh-CN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1097280" y="2249364"/>
            <a:ext cx="4817383" cy="3399081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东京奥运会乒乓球混双决赛，许昕</a:t>
            </a:r>
            <a:r>
              <a:rPr lang="en-US" altLang="zh-CN" dirty="0"/>
              <a:t>/</a:t>
            </a:r>
            <a:r>
              <a:rPr lang="zh-CN" altLang="zh-CN" dirty="0"/>
              <a:t>刘诗雯</a:t>
            </a:r>
            <a:r>
              <a:rPr lang="en-US" altLang="zh-CN" dirty="0"/>
              <a:t>3-4</a:t>
            </a:r>
            <a:r>
              <a:rPr lang="zh-CN" altLang="zh-CN" dirty="0"/>
              <a:t>不敌日本组合水谷隼</a:t>
            </a:r>
            <a:r>
              <a:rPr lang="en-US" altLang="zh-CN" dirty="0"/>
              <a:t>/</a:t>
            </a:r>
            <a:r>
              <a:rPr lang="zh-CN" altLang="zh-CN" dirty="0"/>
              <a:t>伊藤美诚，获得银牌。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64754" y="2249364"/>
            <a:ext cx="4690926" cy="3358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425878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孙颖莎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207283" y="1869891"/>
            <a:ext cx="10058400" cy="4022725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东京奥运会乒乓球女单决赛中</a:t>
            </a:r>
            <a:r>
              <a:rPr lang="zh-CN" altLang="en-US" dirty="0"/>
              <a:t>获</a:t>
            </a:r>
            <a:r>
              <a:rPr lang="zh-CN" altLang="zh-CN" dirty="0"/>
              <a:t>得银牌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871691" y="2385552"/>
            <a:ext cx="4509577" cy="31564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273055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樊振东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196051" y="1893041"/>
            <a:ext cx="10058400" cy="4022725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东京奥运会乒乓球男子单打决赛，樊振东获得银牌</a:t>
            </a:r>
            <a:r>
              <a:rPr lang="zh-CN" altLang="en-US" dirty="0"/>
              <a:t>。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4266966" y="2395379"/>
            <a:ext cx="3661242" cy="36760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081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2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东京奥运会奖牌榜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237834"/>
              </p:ext>
            </p:extLst>
          </p:nvPr>
        </p:nvGraphicFramePr>
        <p:xfrm>
          <a:off x="1772941" y="2060293"/>
          <a:ext cx="7920000" cy="3733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57726113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19133533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18624649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14631663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33101994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549304506"/>
                    </a:ext>
                  </a:extLst>
                </a:gridCol>
              </a:tblGrid>
              <a:tr h="3394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国家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地区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金牌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银牌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铜牌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总数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719974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美国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41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33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113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896643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38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32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88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028191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日本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58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300055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英国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65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507163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俄罗斯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71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709417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澳大利亚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46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919437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荷兰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36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29988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法国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33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381202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德国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37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0789"/>
                  </a:ext>
                </a:extLst>
              </a:tr>
              <a:tr h="3394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意大利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40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854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85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split orient="vert"/>
        <p:sndAc>
          <p:stSnd loop="1">
            <p:snd r:embed="rId3" name="drumroll.wav"/>
          </p:stSnd>
        </p:sndAc>
      </p:transition>
    </mc:Choice>
    <mc:Fallback xmlns="">
      <p:transition spd="slow" advTm="5000">
        <p:split orient="vert"/>
        <p:sndAc>
          <p:stSnd loop="1">
            <p:snd r:embed="rId4" name="drumroll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190</TotalTime>
  <Words>332</Words>
  <Application>Microsoft Office PowerPoint</Application>
  <PresentationFormat>宽屏</PresentationFormat>
  <Paragraphs>111</Paragraphs>
  <Slides>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  <vt:variant>
        <vt:lpstr>自定义放映</vt:lpstr>
      </vt:variant>
      <vt:variant>
        <vt:i4>1</vt:i4>
      </vt:variant>
    </vt:vector>
  </HeadingPairs>
  <TitlesOfParts>
    <vt:vector size="20" baseType="lpstr">
      <vt:lpstr>等线</vt:lpstr>
      <vt:lpstr>微软雅黑</vt:lpstr>
      <vt:lpstr>Arial</vt:lpstr>
      <vt:lpstr>Calibri</vt:lpstr>
      <vt:lpstr>Calibri Light</vt:lpstr>
      <vt:lpstr>Trebuchet MS</vt:lpstr>
      <vt:lpstr>Wingdings</vt:lpstr>
      <vt:lpstr>回顾</vt:lpstr>
      <vt:lpstr>柏林</vt:lpstr>
      <vt:lpstr>东京奥运会</vt:lpstr>
      <vt:lpstr>回顾中国队获奖瞬间</vt:lpstr>
      <vt:lpstr>陈梦</vt:lpstr>
      <vt:lpstr>马龙</vt:lpstr>
      <vt:lpstr>乒乓球女子团体 </vt:lpstr>
      <vt:lpstr>乒乓球男子团体</vt:lpstr>
      <vt:lpstr>许昕 刘诗雯</vt:lpstr>
      <vt:lpstr>孙颖莎</vt:lpstr>
      <vt:lpstr>樊振东</vt:lpstr>
      <vt:lpstr>东京奥运会奖牌榜</vt:lpstr>
      <vt:lpstr>自定义放映1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米 萝卜</cp:lastModifiedBy>
  <cp:revision>38</cp:revision>
  <dcterms:created xsi:type="dcterms:W3CDTF">2021-10-20T07:41:43Z</dcterms:created>
  <dcterms:modified xsi:type="dcterms:W3CDTF">2021-12-03T06:30:15Z</dcterms:modified>
</cp:coreProperties>
</file>