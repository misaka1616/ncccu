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09" r:id="rId1"/>
    <p:sldMasterId id="2147483839" r:id="rId2"/>
    <p:sldMasterId id="2147483857" r:id="rId3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custShowLst>
    <p:custShow name="自定义放映1" id="0">
      <p:sldLst>
        <p:sld r:id="rId6"/>
        <p:sld r:id="rId7"/>
        <p:sld r:id="rId8"/>
        <p:sld r:id="rId9"/>
        <p:sld r:id="rId10"/>
        <p:sld r:id="rId11"/>
        <p:sld r:id="rId12"/>
      </p:sldLst>
    </p:custShow>
  </p:custShow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custShow id="0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57091-16D2-4455-898C-D38CF498B57E}" type="datetimeFigureOut">
              <a:rPr lang="zh-CN" altLang="en-US" smtClean="0"/>
              <a:t>2021/12/3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7D623-95BB-4338-8181-833ACF917E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7661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中国代表团共获</a:t>
            </a:r>
            <a:r>
              <a:rPr lang="en-US" altLang="zh-CN" dirty="0"/>
              <a:t>38</a:t>
            </a:r>
            <a:r>
              <a:rPr lang="zh-CN" altLang="en-US" dirty="0"/>
              <a:t>金、</a:t>
            </a:r>
            <a:r>
              <a:rPr lang="en-US" altLang="zh-CN" dirty="0"/>
              <a:t>32</a:t>
            </a:r>
            <a:r>
              <a:rPr lang="zh-CN" altLang="en-US" dirty="0"/>
              <a:t>银、</a:t>
            </a:r>
            <a:r>
              <a:rPr lang="en-US" altLang="zh-CN" dirty="0"/>
              <a:t>18</a:t>
            </a:r>
            <a:r>
              <a:rPr lang="zh-CN" altLang="en-US" dirty="0"/>
              <a:t>铜，奖牌总数达</a:t>
            </a:r>
            <a:r>
              <a:rPr lang="en-US" altLang="zh-CN" dirty="0"/>
              <a:t>88</a:t>
            </a:r>
            <a:r>
              <a:rPr lang="zh-CN" altLang="en-US" dirty="0"/>
              <a:t>枚，在金牌榜和总奖牌榜上均名列第二，跳水传统优势项目仍然是中国金牌大户。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37D623-95BB-4338-8181-833ACF917E6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389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wav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wav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wav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wav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wav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wav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wav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wav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wav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754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3" name="drumroll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786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3" name="drumroll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548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3" name="drumroll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565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3" name="drumroll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077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3" name="drumroll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160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3" name="drumroll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240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3" name="drumroll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760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3" name="drumroll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9850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3" name="drumroll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5741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3" name="drumroll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13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3" name="drumroll.wav"/>
          </p:stSnd>
        </p:sndAc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58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5" name="drumroll.wav"/>
          </p:stSnd>
        </p:sndAc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637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5" name="drumroll.wav"/>
          </p:stSnd>
        </p:sndAc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490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5" name="drumroll.wav"/>
          </p:stSnd>
        </p:sndAc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79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5" name="drumroll.wav"/>
          </p:stSnd>
        </p:sndAc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4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5" name="drumroll.wav"/>
          </p:stSnd>
        </p:sndAc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184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5" name="drumroll.wav"/>
          </p:stSnd>
        </p:sndAc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831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4" name="drumroll.wav"/>
          </p:stSnd>
        </p:sndAc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12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5" name="drumroll.wav"/>
          </p:stSnd>
        </p:sndAc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603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5" name="drumroll.wav"/>
          </p:stSnd>
        </p:sndAc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002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5" name="drumroll.wav"/>
          </p:stSnd>
        </p:sndAc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55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5" name="drumroll.wav"/>
          </p:stSnd>
        </p:sndAc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5929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5" name="drumroll.wav"/>
          </p:stSnd>
        </p:sndAc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954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5" name="drumroll.wav"/>
          </p:stSnd>
        </p:sndAc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395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5" name="drumroll.wav"/>
          </p:stSnd>
        </p:sndAc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080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5" name="drumroll.wav"/>
          </p:stSnd>
        </p:sndAc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394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5" name="drumroll.wav"/>
          </p:stSnd>
        </p:sndAc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646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3" name="drumroll.wav"/>
          </p:stSnd>
        </p:sndAc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57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3" name="drumroll.wav"/>
          </p:stSnd>
        </p:sndAc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909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3" name="drumroll.wav"/>
          </p:stSnd>
        </p:sndAc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4306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3" name="drumroll.wav"/>
          </p:stSnd>
        </p:sndAc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90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3" name="drumroll.wav"/>
          </p:stSnd>
        </p:sndAc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59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3" name="drumroll.wav"/>
          </p:stSnd>
        </p:sndAc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821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3" name="drumroll.wav"/>
          </p:stSnd>
        </p:sndAc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东京奥运会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113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3" name="drumroll.wav"/>
          </p:stSnd>
        </p:sndAc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东京奥运会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9314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3" name="drumroll.wav"/>
          </p:stSnd>
        </p:sndAc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3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462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4" name="drumroll.wav"/>
          </p:stSnd>
        </p:sndAc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96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3" name="drumroll.wav"/>
          </p:stSnd>
        </p:sndAc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48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" name="drumroll.wav"/>
          </p:stSnd>
        </p:sndAc>
      </p:transition>
    </mc:Choice>
    <mc:Fallback xmlns="">
      <p:transition spd="slow" advTm="5000">
        <p:fade/>
        <p:sndAc>
          <p:stSnd loop="1">
            <p:snd r:embed="rId3" name="drumroll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wav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audio" Target="../media/audio1.wav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audio" Target="../media/audio1.wav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5860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</p:sldLayoutIdLst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3" name="drumroll.wav"/>
          </p:stSnd>
        </p:sndAc>
      </p:transition>
    </mc:Choice>
    <mc:Fallback xmlns="">
      <p:transition spd="slow" advTm="5000">
        <p:fade/>
        <p:sndAc>
          <p:stSnd loop="1">
            <p:snd r:embed="rId14" name="drumroll.wav"/>
          </p:stSnd>
        </p:sndAc>
      </p:transition>
    </mc:Fallback>
  </mc:AlternateContent>
  <p:hf sldNum="0"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8004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  <p:sldLayoutId id="2147483851" r:id="rId12"/>
    <p:sldLayoutId id="2147483852" r:id="rId13"/>
    <p:sldLayoutId id="2147483853" r:id="rId14"/>
    <p:sldLayoutId id="2147483854" r:id="rId15"/>
    <p:sldLayoutId id="2147483855" r:id="rId16"/>
    <p:sldLayoutId id="2147483856" r:id="rId17"/>
  </p:sldLayoutIdLst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9" name="drumroll.wav"/>
          </p:stSnd>
        </p:sndAc>
      </p:transition>
    </mc:Choice>
    <mc:Fallback xmlns="">
      <p:transition spd="slow" advTm="5000">
        <p:fade/>
        <p:sndAc>
          <p:stSnd loop="1">
            <p:snd r:embed="rId21" name="drumroll.wav"/>
          </p:stSnd>
        </p:sndAc>
      </p:transition>
    </mc:Fallback>
  </mc:AlternateConten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东京奥运会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6262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13" name="drumroll.wav"/>
          </p:stSnd>
        </p:sndAc>
      </p:transition>
    </mc:Choice>
    <mc:Fallback xmlns="">
      <p:transition spd="slow" advTm="5000">
        <p:fade/>
        <p:sndAc>
          <p:stSnd loop="1">
            <p:snd r:embed="rId14" name="drumroll.wav"/>
          </p:stSnd>
        </p:sndAc>
      </p:transition>
    </mc:Fallback>
  </mc:AlternateContent>
  <p:hf sldNum="0"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10" Type="http://schemas.openxmlformats.org/officeDocument/2006/relationships/audio" Target="../media/audio1.wav"/><Relationship Id="rId4" Type="http://schemas.openxmlformats.org/officeDocument/2006/relationships/slide" Target="slide4.xml"/><Relationship Id="rId9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Relationship Id="rId4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0.xml"/><Relationship Id="rId4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Relationship Id="rId4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8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东京奥运会</a:t>
            </a:r>
            <a:endParaRPr lang="zh-CN" altLang="en-US" sz="80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rgbClr val="2A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奥运之光</a:t>
            </a:r>
          </a:p>
        </p:txBody>
      </p:sp>
    </p:spTree>
    <p:extLst>
      <p:ext uri="{BB962C8B-B14F-4D97-AF65-F5344CB8AC3E}">
        <p14:creationId xmlns:p14="http://schemas.microsoft.com/office/powerpoint/2010/main" val="2275897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2" name="drumroll.wav"/>
          </p:stSnd>
        </p:sndAc>
      </p:transition>
    </mc:Choice>
    <mc:Fallback xmlns="">
      <p:transition spd="slow" advTm="5000">
        <p:fade/>
        <p:sndAc>
          <p:stSnd loop="1">
            <p:snd r:embed="rId3" name="drumroll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回顾中国队获奖瞬间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zh-CN" dirty="0">
                <a:hlinkClick r:id="rId3" action="ppaction://hlinksldjump"/>
              </a:rPr>
              <a:t>金牌 施廷懋</a:t>
            </a:r>
            <a:r>
              <a:rPr lang="en-US" altLang="zh-CN" dirty="0">
                <a:hlinkClick r:id="rId3" action="ppaction://hlinksldjump"/>
              </a:rPr>
              <a:t>/</a:t>
            </a:r>
            <a:r>
              <a:rPr lang="zh-CN" altLang="zh-CN" dirty="0">
                <a:hlinkClick r:id="rId3" action="ppaction://hlinksldjump"/>
              </a:rPr>
              <a:t>王涵 女子双人</a:t>
            </a:r>
            <a:r>
              <a:rPr lang="en-US" altLang="zh-CN" dirty="0">
                <a:hlinkClick r:id="rId3" action="ppaction://hlinksldjump"/>
              </a:rPr>
              <a:t>3</a:t>
            </a:r>
            <a:r>
              <a:rPr lang="zh-CN" altLang="zh-CN" dirty="0">
                <a:hlinkClick r:id="rId3" action="ppaction://hlinksldjump"/>
              </a:rPr>
              <a:t>米跳板跳水</a:t>
            </a:r>
            <a:endParaRPr lang="zh-CN" altLang="zh-CN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zh-CN" dirty="0">
                <a:hlinkClick r:id="rId4" action="ppaction://hlinksldjump"/>
              </a:rPr>
              <a:t>金牌 陈芋汐</a:t>
            </a:r>
            <a:r>
              <a:rPr lang="en-US" altLang="zh-CN" dirty="0">
                <a:hlinkClick r:id="rId4" action="ppaction://hlinksldjump"/>
              </a:rPr>
              <a:t>/</a:t>
            </a:r>
            <a:r>
              <a:rPr lang="zh-CN" altLang="zh-CN" dirty="0">
                <a:hlinkClick r:id="rId4" action="ppaction://hlinksldjump"/>
              </a:rPr>
              <a:t>张家齐 女子双人</a:t>
            </a:r>
            <a:r>
              <a:rPr lang="en-US" altLang="zh-CN" dirty="0">
                <a:hlinkClick r:id="rId4" action="ppaction://hlinksldjump"/>
              </a:rPr>
              <a:t>10</a:t>
            </a:r>
            <a:r>
              <a:rPr lang="zh-CN" altLang="zh-CN" dirty="0">
                <a:hlinkClick r:id="rId4" action="ppaction://hlinksldjump"/>
              </a:rPr>
              <a:t>米跳台跳水</a:t>
            </a:r>
            <a:endParaRPr lang="zh-CN" altLang="zh-CN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zh-CN" dirty="0">
                <a:hlinkClick r:id="rId5" action="ppaction://hlinksldjump"/>
              </a:rPr>
              <a:t>金牌 王宗源</a:t>
            </a:r>
            <a:r>
              <a:rPr lang="en-US" altLang="zh-CN" dirty="0">
                <a:hlinkClick r:id="rId5" action="ppaction://hlinksldjump"/>
              </a:rPr>
              <a:t>/</a:t>
            </a:r>
            <a:r>
              <a:rPr lang="zh-CN" altLang="zh-CN" dirty="0">
                <a:hlinkClick r:id="rId5" action="ppaction://hlinksldjump"/>
              </a:rPr>
              <a:t>谢思埸 男子双人</a:t>
            </a:r>
            <a:r>
              <a:rPr lang="en-US" altLang="zh-CN" dirty="0">
                <a:hlinkClick r:id="rId5" action="ppaction://hlinksldjump"/>
              </a:rPr>
              <a:t>3</a:t>
            </a:r>
            <a:r>
              <a:rPr lang="zh-CN" altLang="zh-CN" dirty="0">
                <a:hlinkClick r:id="rId5" action="ppaction://hlinksldjump"/>
              </a:rPr>
              <a:t>米跳板跳水</a:t>
            </a:r>
            <a:endParaRPr lang="zh-CN" altLang="zh-CN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zh-CN" dirty="0">
                <a:hlinkClick r:id="rId6" action="ppaction://hlinksldjump"/>
              </a:rPr>
              <a:t>金牌 施廷懋 女子</a:t>
            </a:r>
            <a:r>
              <a:rPr lang="en-US" altLang="zh-CN" dirty="0">
                <a:hlinkClick r:id="rId6" action="ppaction://hlinksldjump"/>
              </a:rPr>
              <a:t>3</a:t>
            </a:r>
            <a:r>
              <a:rPr lang="zh-CN" altLang="zh-CN" dirty="0">
                <a:hlinkClick r:id="rId6" action="ppaction://hlinksldjump"/>
              </a:rPr>
              <a:t>米跳板跳水</a:t>
            </a:r>
            <a:endParaRPr lang="zh-CN" altLang="zh-CN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zh-CN" dirty="0">
                <a:hlinkClick r:id="rId7" action="ppaction://hlinksldjump"/>
              </a:rPr>
              <a:t>金牌 谢思埸 男子</a:t>
            </a:r>
            <a:r>
              <a:rPr lang="en-US" altLang="zh-CN" dirty="0">
                <a:hlinkClick r:id="rId7" action="ppaction://hlinksldjump"/>
              </a:rPr>
              <a:t>3</a:t>
            </a:r>
            <a:r>
              <a:rPr lang="zh-CN" altLang="zh-CN" dirty="0">
                <a:hlinkClick r:id="rId7" action="ppaction://hlinksldjump"/>
              </a:rPr>
              <a:t>米跳板跳水</a:t>
            </a:r>
            <a:endParaRPr lang="zh-CN" altLang="zh-CN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zh-CN" dirty="0">
                <a:hlinkClick r:id="rId8" action="ppaction://hlinksldjump"/>
              </a:rPr>
              <a:t>金牌 全红婵 女子</a:t>
            </a:r>
            <a:r>
              <a:rPr lang="en-US" altLang="zh-CN" dirty="0">
                <a:hlinkClick r:id="rId8" action="ppaction://hlinksldjump"/>
              </a:rPr>
              <a:t>10</a:t>
            </a:r>
            <a:r>
              <a:rPr lang="zh-CN" altLang="zh-CN" dirty="0">
                <a:hlinkClick r:id="rId8" action="ppaction://hlinksldjump"/>
              </a:rPr>
              <a:t>米跳台跳水</a:t>
            </a:r>
            <a:endParaRPr lang="zh-CN" altLang="zh-CN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zh-CN" dirty="0">
                <a:hlinkClick r:id="rId9" action="ppaction://hlinksldjump"/>
              </a:rPr>
              <a:t>金牌 曹缘 男子</a:t>
            </a:r>
            <a:r>
              <a:rPr lang="en-US" altLang="zh-CN" dirty="0">
                <a:hlinkClick r:id="rId9" action="ppaction://hlinksldjump"/>
              </a:rPr>
              <a:t>10</a:t>
            </a:r>
            <a:r>
              <a:rPr lang="zh-CN" altLang="zh-CN" dirty="0">
                <a:hlinkClick r:id="rId9" action="ppaction://hlinksldjump"/>
              </a:rPr>
              <a:t>米跳台跳水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</p:spTree>
    <p:extLst>
      <p:ext uri="{BB962C8B-B14F-4D97-AF65-F5344CB8AC3E}">
        <p14:creationId xmlns:p14="http://schemas.microsoft.com/office/powerpoint/2010/main" val="31233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2" name="drumroll.wav"/>
          </p:stSnd>
        </p:sndAc>
      </p:transition>
    </mc:Choice>
    <mc:Fallback xmlns="">
      <p:transition spd="slow" advTm="5000">
        <p:fade/>
        <p:sndAc>
          <p:stSnd loop="1">
            <p:snd r:embed="rId10" name="drumroll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施廷懋</a:t>
            </a:r>
            <a:r>
              <a:rPr lang="en-US" altLang="zh-CN" b="1" dirty="0"/>
              <a:t> </a:t>
            </a:r>
            <a:r>
              <a:rPr lang="zh-CN" altLang="zh-CN" b="1" dirty="0"/>
              <a:t>王涵</a:t>
            </a:r>
            <a:r>
              <a:rPr lang="en-US" altLang="zh-CN" b="1" dirty="0"/>
              <a:t>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zh-CN" dirty="0"/>
              <a:t>东京奥运会跳水女子双人</a:t>
            </a:r>
            <a:r>
              <a:rPr lang="en-US" altLang="zh-CN" dirty="0"/>
              <a:t>3</a:t>
            </a:r>
            <a:r>
              <a:rPr lang="zh-CN" altLang="zh-CN" dirty="0"/>
              <a:t>米</a:t>
            </a:r>
            <a:r>
              <a:rPr lang="zh-CN" altLang="en-US" dirty="0"/>
              <a:t>跳</a:t>
            </a:r>
            <a:r>
              <a:rPr lang="zh-CN" altLang="zh-CN" dirty="0"/>
              <a:t>板决赛中，中国队施廷懋和王涵为中国奥运军团取得第</a:t>
            </a:r>
            <a:r>
              <a:rPr lang="en-US" altLang="zh-CN" dirty="0"/>
              <a:t>4</a:t>
            </a:r>
            <a:r>
              <a:rPr lang="zh-CN" altLang="zh-CN" dirty="0"/>
              <a:t>金！</a:t>
            </a:r>
          </a:p>
          <a:p>
            <a:endParaRPr lang="zh-CN" altLang="en-US" b="1" dirty="0"/>
          </a:p>
        </p:txBody>
      </p:sp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6301837" y="2286000"/>
            <a:ext cx="4869347" cy="30499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</p:spTree>
    <p:extLst>
      <p:ext uri="{BB962C8B-B14F-4D97-AF65-F5344CB8AC3E}">
        <p14:creationId xmlns:p14="http://schemas.microsoft.com/office/powerpoint/2010/main" val="4046376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2" name="drumroll.wav"/>
          </p:stSnd>
        </p:sndAc>
      </p:transition>
    </mc:Choice>
    <mc:Fallback xmlns="">
      <p:transition spd="slow" advTm="5000">
        <p:fade/>
        <p:sndAc>
          <p:stSnd loop="1">
            <p:snd r:embed="rId4" name="drumroll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陈芋汐 张家齐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zh-CN" dirty="0"/>
              <a:t>东京奥运会跳水女子双人</a:t>
            </a:r>
            <a:r>
              <a:rPr lang="en-US" altLang="zh-CN" dirty="0"/>
              <a:t>10</a:t>
            </a:r>
            <a:r>
              <a:rPr lang="zh-CN" altLang="zh-CN" dirty="0"/>
              <a:t>米跳台决赛，中国组合陈芋汐</a:t>
            </a:r>
            <a:r>
              <a:rPr lang="en-US" altLang="zh-CN" dirty="0"/>
              <a:t>/</a:t>
            </a:r>
            <a:r>
              <a:rPr lang="zh-CN" altLang="zh-CN" dirty="0"/>
              <a:t>张家齐以</a:t>
            </a:r>
            <a:r>
              <a:rPr lang="en-US" altLang="zh-CN" dirty="0"/>
              <a:t>363.78</a:t>
            </a:r>
            <a:r>
              <a:rPr lang="zh-CN" altLang="zh-CN" dirty="0"/>
              <a:t>分的成绩夺得金牌，为中国斩获第</a:t>
            </a:r>
            <a:r>
              <a:rPr lang="en-US" altLang="zh-CN" dirty="0"/>
              <a:t>8</a:t>
            </a:r>
            <a:r>
              <a:rPr lang="zh-CN" altLang="zh-CN"/>
              <a:t>金！</a:t>
            </a:r>
            <a:endParaRPr lang="en-US" altLang="zh-CN" dirty="0"/>
          </a:p>
        </p:txBody>
      </p:sp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6128240" y="2286000"/>
            <a:ext cx="4868712" cy="28889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</p:spTree>
    <p:extLst>
      <p:ext uri="{BB962C8B-B14F-4D97-AF65-F5344CB8AC3E}">
        <p14:creationId xmlns:p14="http://schemas.microsoft.com/office/powerpoint/2010/main" val="3956941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2" name="drumroll.wav"/>
          </p:stSnd>
        </p:sndAc>
      </p:transition>
    </mc:Choice>
    <mc:Fallback xmlns="">
      <p:transition spd="slow" advTm="5000">
        <p:fade/>
        <p:sndAc>
          <p:stSnd loop="1">
            <p:snd r:embed="rId4" name="drumroll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王宗源 谢思埸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261641" y="2084832"/>
            <a:ext cx="9720263" cy="4022725"/>
          </a:xfrm>
        </p:spPr>
        <p:txBody>
          <a:bodyPr/>
          <a:lstStyle/>
          <a:p>
            <a:r>
              <a:rPr lang="zh-CN" altLang="zh-CN" dirty="0"/>
              <a:t>东京奥运会跳水男子双人</a:t>
            </a:r>
            <a:r>
              <a:rPr lang="en-US" altLang="zh-CN" dirty="0"/>
              <a:t>3</a:t>
            </a:r>
            <a:r>
              <a:rPr lang="zh-CN" altLang="zh-CN" dirty="0"/>
              <a:t>米跳板决赛中，中国组合王宗源</a:t>
            </a:r>
            <a:r>
              <a:rPr lang="en-US" altLang="zh-CN" dirty="0"/>
              <a:t>/</a:t>
            </a:r>
            <a:r>
              <a:rPr lang="zh-CN" altLang="zh-CN" dirty="0"/>
              <a:t>谢思埸以</a:t>
            </a:r>
            <a:r>
              <a:rPr lang="en-US" altLang="zh-CN" dirty="0"/>
              <a:t>467.82</a:t>
            </a:r>
            <a:r>
              <a:rPr lang="zh-CN" altLang="zh-CN" dirty="0"/>
              <a:t>分的成绩夺得金牌，为中国斩获第</a:t>
            </a:r>
            <a:r>
              <a:rPr lang="en-US" altLang="zh-CN" dirty="0"/>
              <a:t>11</a:t>
            </a:r>
            <a:r>
              <a:rPr lang="zh-CN" altLang="zh-CN" dirty="0"/>
              <a:t>金！</a:t>
            </a: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3750199" y="2884885"/>
            <a:ext cx="4604165" cy="32226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</p:spTree>
    <p:extLst>
      <p:ext uri="{BB962C8B-B14F-4D97-AF65-F5344CB8AC3E}">
        <p14:creationId xmlns:p14="http://schemas.microsoft.com/office/powerpoint/2010/main" val="312198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2" name="drumroll.wav"/>
          </p:stSnd>
        </p:sndAc>
      </p:transition>
    </mc:Choice>
    <mc:Fallback xmlns="">
      <p:transition spd="slow" advTm="5000">
        <p:fade/>
        <p:sndAc>
          <p:stSnd loop="1">
            <p:snd r:embed="rId4" name="drumroll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施廷懋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024128" y="2262850"/>
            <a:ext cx="9720263" cy="4022725"/>
          </a:xfrm>
        </p:spPr>
        <p:txBody>
          <a:bodyPr/>
          <a:lstStyle/>
          <a:p>
            <a:r>
              <a:rPr lang="zh-CN" altLang="zh-CN" dirty="0"/>
              <a:t>东京奥运会跳水女子</a:t>
            </a:r>
            <a:r>
              <a:rPr lang="en-US" altLang="zh-CN" dirty="0"/>
              <a:t>3</a:t>
            </a:r>
            <a:r>
              <a:rPr lang="zh-CN" altLang="zh-CN" dirty="0"/>
              <a:t>米</a:t>
            </a:r>
            <a:r>
              <a:rPr lang="zh-CN" altLang="en-US" dirty="0"/>
              <a:t>跳</a:t>
            </a:r>
            <a:r>
              <a:rPr lang="zh-CN" altLang="zh-CN" dirty="0"/>
              <a:t>板决赛中，中国选手施廷懋为中国军团拿下第</a:t>
            </a:r>
            <a:r>
              <a:rPr lang="en-US" altLang="zh-CN" dirty="0"/>
              <a:t>23</a:t>
            </a:r>
            <a:r>
              <a:rPr lang="zh-CN" altLang="zh-CN" dirty="0"/>
              <a:t>金，成功卫冕。</a:t>
            </a: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3532120" y="2980236"/>
            <a:ext cx="4704087" cy="31207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</p:spTree>
    <p:extLst>
      <p:ext uri="{BB962C8B-B14F-4D97-AF65-F5344CB8AC3E}">
        <p14:creationId xmlns:p14="http://schemas.microsoft.com/office/powerpoint/2010/main" val="3477554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2" name="drumroll.wav"/>
          </p:stSnd>
        </p:sndAc>
      </p:transition>
    </mc:Choice>
    <mc:Fallback xmlns="">
      <p:transition spd="slow" advTm="5000">
        <p:fade/>
        <p:sndAc>
          <p:stSnd loop="1">
            <p:snd r:embed="rId4" name="drumroll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谢思埸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东京奥运会跳水男子单人</a:t>
            </a:r>
            <a:r>
              <a:rPr lang="en-US" altLang="zh-CN" dirty="0"/>
              <a:t>3</a:t>
            </a:r>
            <a:r>
              <a:rPr lang="zh-CN" altLang="zh-CN" dirty="0"/>
              <a:t>米跳板决赛，谢思埸获得金牌，为中国队斩获第</a:t>
            </a:r>
            <a:r>
              <a:rPr lang="en-US" altLang="zh-CN" dirty="0"/>
              <a:t>30</a:t>
            </a:r>
            <a:r>
              <a:rPr lang="zh-CN" altLang="zh-CN" dirty="0"/>
              <a:t>金！</a:t>
            </a:r>
          </a:p>
          <a:p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3631264" y="3074452"/>
            <a:ext cx="4505799" cy="315382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</p:spTree>
    <p:extLst>
      <p:ext uri="{BB962C8B-B14F-4D97-AF65-F5344CB8AC3E}">
        <p14:creationId xmlns:p14="http://schemas.microsoft.com/office/powerpoint/2010/main" val="515967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2" name="drumroll.wav"/>
          </p:stSnd>
        </p:sndAc>
      </p:transition>
    </mc:Choice>
    <mc:Fallback xmlns="">
      <p:transition spd="slow" advTm="5000">
        <p:fade/>
        <p:sndAc>
          <p:stSnd loop="1">
            <p:snd r:embed="rId4" name="drumroll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全红婵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东京奥运会跳水女子单人</a:t>
            </a:r>
            <a:r>
              <a:rPr lang="en-US" altLang="zh-CN" dirty="0"/>
              <a:t>10</a:t>
            </a:r>
            <a:r>
              <a:rPr lang="zh-CN" altLang="zh-CN" dirty="0"/>
              <a:t>米</a:t>
            </a:r>
            <a:r>
              <a:rPr lang="zh-CN" altLang="en-US" dirty="0"/>
              <a:t>跳</a:t>
            </a:r>
            <a:r>
              <a:rPr lang="zh-CN" altLang="zh-CN" dirty="0"/>
              <a:t>台决赛，中国选手全红婵</a:t>
            </a:r>
            <a:r>
              <a:rPr lang="en-US" altLang="zh-CN" dirty="0"/>
              <a:t> </a:t>
            </a:r>
            <a:r>
              <a:rPr lang="zh-CN" altLang="zh-CN" dirty="0"/>
              <a:t>第</a:t>
            </a:r>
            <a:r>
              <a:rPr lang="en-US" altLang="zh-CN" dirty="0"/>
              <a:t>2</a:t>
            </a:r>
            <a:r>
              <a:rPr lang="zh-CN" altLang="zh-CN" dirty="0"/>
              <a:t>、</a:t>
            </a:r>
            <a:r>
              <a:rPr lang="en-US" altLang="zh-CN" dirty="0"/>
              <a:t>4</a:t>
            </a:r>
            <a:r>
              <a:rPr lang="zh-CN" altLang="zh-CN" dirty="0"/>
              <a:t>、</a:t>
            </a:r>
            <a:r>
              <a:rPr lang="en-US" altLang="zh-CN" dirty="0"/>
              <a:t>5</a:t>
            </a:r>
            <a:r>
              <a:rPr lang="zh-CN" altLang="zh-CN" dirty="0"/>
              <a:t>跳全部满分，成功夺金，为中国队斩获第</a:t>
            </a:r>
            <a:r>
              <a:rPr lang="en-US" altLang="zh-CN" dirty="0"/>
              <a:t>33</a:t>
            </a:r>
            <a:r>
              <a:rPr lang="zh-CN" altLang="zh-CN" dirty="0"/>
              <a:t>金！</a:t>
            </a: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3568240" y="3244629"/>
            <a:ext cx="4631847" cy="286789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</p:spTree>
    <p:extLst>
      <p:ext uri="{BB962C8B-B14F-4D97-AF65-F5344CB8AC3E}">
        <p14:creationId xmlns:p14="http://schemas.microsoft.com/office/powerpoint/2010/main" val="2850031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2" name="drumroll.wav"/>
          </p:stSnd>
        </p:sndAc>
      </p:transition>
    </mc:Choice>
    <mc:Fallback xmlns="">
      <p:transition spd="slow" advTm="5000">
        <p:fade/>
        <p:sndAc>
          <p:stSnd loop="1">
            <p:snd r:embed="rId4" name="drumroll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曹缘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type="body" orient="vert" idx="1"/>
          </p:nvPr>
        </p:nvSpPr>
        <p:spPr>
          <a:xfrm>
            <a:off x="1024128" y="1649392"/>
            <a:ext cx="9720073" cy="4023360"/>
          </a:xfrm>
        </p:spPr>
        <p:txBody>
          <a:bodyPr/>
          <a:lstStyle/>
          <a:p>
            <a:r>
              <a:rPr lang="zh-CN" altLang="zh-CN" dirty="0"/>
              <a:t>东京奥运会跳水男子单人</a:t>
            </a:r>
            <a:r>
              <a:rPr lang="en-US" altLang="zh-CN" dirty="0"/>
              <a:t>10</a:t>
            </a:r>
            <a:r>
              <a:rPr lang="zh-CN" altLang="zh-CN" dirty="0"/>
              <a:t>米</a:t>
            </a:r>
            <a:r>
              <a:rPr lang="zh-CN" altLang="en-US" dirty="0"/>
              <a:t>跳</a:t>
            </a:r>
            <a:r>
              <a:rPr lang="zh-CN" altLang="zh-CN" dirty="0"/>
              <a:t>台决赛，曹缘夺得金牌，为中国队斩获第</a:t>
            </a:r>
            <a:r>
              <a:rPr lang="en-US" altLang="zh-CN" dirty="0"/>
              <a:t>38</a:t>
            </a:r>
            <a:r>
              <a:rPr lang="zh-CN" altLang="zh-CN" dirty="0"/>
              <a:t>金！</a:t>
            </a: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3178272" y="2138786"/>
            <a:ext cx="4204940" cy="30445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</p:spTree>
    <p:extLst>
      <p:ext uri="{BB962C8B-B14F-4D97-AF65-F5344CB8AC3E}">
        <p14:creationId xmlns:p14="http://schemas.microsoft.com/office/powerpoint/2010/main" val="2608377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2" name="drumroll.wav"/>
          </p:stSnd>
        </p:sndAc>
      </p:transition>
    </mc:Choice>
    <mc:Fallback xmlns="">
      <p:transition spd="slow" advTm="5000">
        <p:fade/>
        <p:sndAc>
          <p:stSnd loop="1">
            <p:snd r:embed="rId4" name="drumroll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东京奥运会奖牌榜</a:t>
            </a:r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1078807"/>
              </p:ext>
            </p:extLst>
          </p:nvPr>
        </p:nvGraphicFramePr>
        <p:xfrm>
          <a:off x="1944549" y="2176044"/>
          <a:ext cx="7920000" cy="40233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856889834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383118933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634512294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817360239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053164854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734402687"/>
                    </a:ext>
                  </a:extLst>
                </a:gridCol>
              </a:tblGrid>
              <a:tr h="31078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排名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国家</a:t>
                      </a:r>
                      <a:r>
                        <a:rPr lang="en-US" sz="1600" kern="0" dirty="0">
                          <a:effectLst/>
                        </a:rPr>
                        <a:t>/</a:t>
                      </a:r>
                      <a:r>
                        <a:rPr lang="zh-CN" sz="1600" kern="0" dirty="0">
                          <a:effectLst/>
                        </a:rPr>
                        <a:t>地区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金牌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银牌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铜牌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总数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10595236"/>
                  </a:ext>
                </a:extLst>
              </a:tr>
              <a:tr h="305744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1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美国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39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41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33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113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7813634"/>
                  </a:ext>
                </a:extLst>
              </a:tr>
              <a:tr h="305744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2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中国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38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32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18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88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33022679"/>
                  </a:ext>
                </a:extLst>
              </a:tr>
              <a:tr h="305744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3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日本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27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14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17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58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0358302"/>
                  </a:ext>
                </a:extLst>
              </a:tr>
              <a:tr h="305744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4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英国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22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21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22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65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5922809"/>
                  </a:ext>
                </a:extLst>
              </a:tr>
              <a:tr h="305744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5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俄罗斯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20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28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23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71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859077"/>
                  </a:ext>
                </a:extLst>
              </a:tr>
              <a:tr h="305744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6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澳大利亚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17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7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22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46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7737509"/>
                  </a:ext>
                </a:extLst>
              </a:tr>
              <a:tr h="305744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7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荷兰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10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12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14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36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0334181"/>
                  </a:ext>
                </a:extLst>
              </a:tr>
              <a:tr h="305744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8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法国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10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12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11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33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8309443"/>
                  </a:ext>
                </a:extLst>
              </a:tr>
              <a:tr h="305744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9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德国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10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11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16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37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3400680"/>
                  </a:ext>
                </a:extLst>
              </a:tr>
              <a:tr h="305744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10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</a:rPr>
                        <a:t>意大利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10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10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20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40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8752223"/>
                  </a:ext>
                </a:extLst>
              </a:tr>
            </a:tbl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2021/8/8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东京奥运会</a:t>
            </a:r>
          </a:p>
        </p:txBody>
      </p:sp>
    </p:spTree>
    <p:extLst>
      <p:ext uri="{BB962C8B-B14F-4D97-AF65-F5344CB8AC3E}">
        <p14:creationId xmlns:p14="http://schemas.microsoft.com/office/powerpoint/2010/main" val="3602791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flip dir="r"/>
        <p:sndAc>
          <p:stSnd loop="1">
            <p:snd r:embed="rId3" name="drumroll.wav"/>
          </p:stSnd>
        </p:sndAc>
      </p:transition>
    </mc:Choice>
    <mc:Fallback xmlns="">
      <p:transition spd="slow" advTm="5000">
        <p:fade/>
        <p:sndAc>
          <p:stSnd loop="1">
            <p:snd r:embed="rId4" name="drumroll.wav"/>
          </p:stSnd>
        </p:sndAc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积分">
  <a:themeElements>
    <a:clrScheme name="积分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积分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积分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柏林">
  <a:themeElements>
    <a:clrScheme name="柏林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柏林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柏林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3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59</TotalTime>
  <Words>426</Words>
  <Application>Microsoft Office PowerPoint</Application>
  <PresentationFormat>宽屏</PresentationFormat>
  <Paragraphs>111</Paragraphs>
  <Slides>10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  <vt:variant>
        <vt:lpstr>自定义放映</vt:lpstr>
      </vt:variant>
      <vt:variant>
        <vt:i4>1</vt:i4>
      </vt:variant>
    </vt:vector>
  </HeadingPairs>
  <TitlesOfParts>
    <vt:vector size="24" baseType="lpstr">
      <vt:lpstr>等线</vt:lpstr>
      <vt:lpstr>微软雅黑</vt:lpstr>
      <vt:lpstr>Arial</vt:lpstr>
      <vt:lpstr>Calibri</vt:lpstr>
      <vt:lpstr>Calibri Light</vt:lpstr>
      <vt:lpstr>Trebuchet MS</vt:lpstr>
      <vt:lpstr>Tw Cen MT</vt:lpstr>
      <vt:lpstr>Tw Cen MT Condensed</vt:lpstr>
      <vt:lpstr>Wingdings</vt:lpstr>
      <vt:lpstr>Wingdings 3</vt:lpstr>
      <vt:lpstr>积分</vt:lpstr>
      <vt:lpstr>柏林</vt:lpstr>
      <vt:lpstr>回顾</vt:lpstr>
      <vt:lpstr>东京奥运会</vt:lpstr>
      <vt:lpstr>回顾中国队获奖瞬间</vt:lpstr>
      <vt:lpstr>施廷懋 王涵 </vt:lpstr>
      <vt:lpstr>陈芋汐 张家齐</vt:lpstr>
      <vt:lpstr>王宗源 谢思埸</vt:lpstr>
      <vt:lpstr>施廷懋</vt:lpstr>
      <vt:lpstr>谢思埸</vt:lpstr>
      <vt:lpstr>全红婵</vt:lpstr>
      <vt:lpstr>曹缘</vt:lpstr>
      <vt:lpstr>东京奥运会奖牌榜</vt:lpstr>
      <vt:lpstr>自定义放映1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米 萝卜</cp:lastModifiedBy>
  <cp:revision>15</cp:revision>
  <dcterms:created xsi:type="dcterms:W3CDTF">2021-10-21T06:11:00Z</dcterms:created>
  <dcterms:modified xsi:type="dcterms:W3CDTF">2021-12-03T06:30:43Z</dcterms:modified>
</cp:coreProperties>
</file>