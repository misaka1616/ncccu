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690" r:id="rId3"/>
    <p:sldMasterId id="214748370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830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50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1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593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2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550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72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3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9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894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018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814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68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895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995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739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9641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043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26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3181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8596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4658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6801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6362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0805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9305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052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1600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2460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7661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4822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8312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7113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6787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055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6473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9700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4266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6798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61078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034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15825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9528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9612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8690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305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9834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060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1818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6408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4568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4294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11694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97462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7876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21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0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3256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298FF-7394-4933-ADD4-FB6848643F4E}" type="datetimeFigureOut">
              <a:rPr lang="zh-CN" altLang="en-US" smtClean="0"/>
              <a:t>2020/11/1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7B0D16C-A454-4D4A-9FFA-EC6560FC8F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96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8884" y="1099036"/>
            <a:ext cx="8825658" cy="1682489"/>
          </a:xfrm>
        </p:spPr>
        <p:txBody>
          <a:bodyPr/>
          <a:lstStyle/>
          <a:p>
            <a:r>
              <a:rPr lang="zh-CN" altLang="en-US" sz="6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正确的洗手方法</a:t>
            </a:r>
            <a:endParaRPr lang="zh-CN" altLang="en-US" sz="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34085" y="2948580"/>
            <a:ext cx="8825658" cy="86142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44902" y="3515390"/>
            <a:ext cx="50994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“七步洗手法”</a:t>
            </a:r>
            <a:endParaRPr lang="zh-CN" altLang="en-US" sz="5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5" name="背景音乐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69732" y="550341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1953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正确的洗手方法是个人良好卫生习惯重要内容之一，能有效防止肠道病毒的传播，尤其是当下新冠疫情下，更要勤洗手，在与患者接触后，触摸眼、口、鼻前，打喷嚏或咳嗽后，如厕后，带口罩前及摘口罩后，接触公共设施如扶手、门柄、电梯按钮、公共电话后、从外面回家后等均应及时洗手。正确洗手方法推荐 “七步洗手法”：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373864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 smtClean="0"/>
              <a:t>第一步：洗手掌，在流水下把双手润湿，涂抹上肥皂或洗手液，手心相对，手指并拢，相互反复搓手。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6724650" y="2181590"/>
            <a:ext cx="3280996" cy="277727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2707558"/>
      </p:ext>
    </p:extLst>
  </p:cSld>
  <p:clrMapOvr>
    <a:masterClrMapping/>
  </p:clrMapOvr>
  <p:transition spd="slow" advTm="600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 smtClean="0"/>
              <a:t>第二步：洗手背侧指缝，掌心对手背沿指缝相互揉搓，洗完一只手背侧指缝洗另外一只手背侧指缝。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6673362" y="2473642"/>
            <a:ext cx="3455376" cy="311508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743235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6000">
        <p15:prstTrans prst="curtains"/>
      </p:transition>
    </mc:Choice>
    <mc:Fallback xmlns="">
      <p:transition spd="slow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第三步：洗掌心侧指缝，掌心相对，双手手指在指缝间交叉，沿指缝相互揉搓。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5764088" y="2597760"/>
            <a:ext cx="3740395" cy="292380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95688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Tm="6000">
        <p15:prstTrans prst="origami"/>
      </p:transition>
    </mc:Choice>
    <mc:Fallback xmlns="">
      <p:transition spd="slow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9193823" cy="4351338"/>
          </a:xfrm>
        </p:spPr>
        <p:txBody>
          <a:bodyPr/>
          <a:lstStyle/>
          <a:p>
            <a:r>
              <a:rPr lang="zh-CN" altLang="en-US" dirty="0" smtClean="0"/>
              <a:t>第四步：洗手指指背，手指弯曲，一只手半握拳把手指指背放在另一手掌掌心旋转揉搓，洗完一只手指背再洗另外一只手指背。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797052" y="2809142"/>
            <a:ext cx="244792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8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第五步：洗大拇指，一只手握住另外一只手大拇指旋转揉搓，洗完一只手大拇指洗再洗另外一只手大拇指。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4275993" y="3522052"/>
            <a:ext cx="251460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2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第六步：洗指尖，把手指指尖捏到一起成锥子型，立在一个手掌心中旋转揉搓，洗完一只手指尖再洗另外一只手指尖。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4506790" y="3557953"/>
            <a:ext cx="245745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7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第七步：洗手腕、手臂，一只手去揉搓另外一只手的手腕、手臂，洗完再洗另外一只手手腕、手臂。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4175246" y="3427900"/>
            <a:ext cx="25050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87994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离子会议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离子会议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会议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4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</TotalTime>
  <Words>348</Words>
  <Application>Microsoft Office PowerPoint</Application>
  <PresentationFormat>宽屏</PresentationFormat>
  <Paragraphs>10</Paragraphs>
  <Slides>9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等线</vt:lpstr>
      <vt:lpstr>等线 Light</vt:lpstr>
      <vt:lpstr>宋体</vt:lpstr>
      <vt:lpstr>微软雅黑</vt:lpstr>
      <vt:lpstr>幼圆</vt:lpstr>
      <vt:lpstr>Arial</vt:lpstr>
      <vt:lpstr>Calibri</vt:lpstr>
      <vt:lpstr>Calibri Light</vt:lpstr>
      <vt:lpstr>Century Gothic</vt:lpstr>
      <vt:lpstr>Gill Sans MT</vt:lpstr>
      <vt:lpstr>Wingdings 3</vt:lpstr>
      <vt:lpstr>离子会议室</vt:lpstr>
      <vt:lpstr>回顾</vt:lpstr>
      <vt:lpstr>切片</vt:lpstr>
      <vt:lpstr>Gallery</vt:lpstr>
      <vt:lpstr>正确的洗手方法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正确的洗手方法</dc:title>
  <dc:creator>wind</dc:creator>
  <cp:lastModifiedBy>wind</cp:lastModifiedBy>
  <cp:revision>8</cp:revision>
  <dcterms:created xsi:type="dcterms:W3CDTF">2020-11-01T11:02:56Z</dcterms:created>
  <dcterms:modified xsi:type="dcterms:W3CDTF">2020-11-01T11:28:27Z</dcterms:modified>
</cp:coreProperties>
</file>