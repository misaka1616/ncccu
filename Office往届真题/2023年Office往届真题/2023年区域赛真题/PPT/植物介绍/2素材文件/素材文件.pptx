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zh-CN" altLang="en-US" b="1" spc="3000" dirty="0" smtClean="0"/>
              <a:t>海棠</a:t>
            </a:r>
            <a:endParaRPr lang="zh-CN" altLang="en-US" b="1" spc="3000" dirty="0"/>
          </a:p>
        </p:txBody>
      </p:sp>
    </p:spTree>
    <p:extLst>
      <p:ext uri="{BB962C8B-B14F-4D97-AF65-F5344CB8AC3E}">
        <p14:creationId xmlns:p14="http://schemas.microsoft.com/office/powerpoint/2010/main" val="2767654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概述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海棠是观赏花木，多用于城市绿化，也是庭园绿化的观花树木。宜孤植于庭院前后，对植天门厅入口处，丛植于草坪角隅，或与其他花木相配植，也可矮化盆栽。</a:t>
            </a:r>
          </a:p>
        </p:txBody>
      </p:sp>
    </p:spTree>
    <p:extLst>
      <p:ext uri="{BB962C8B-B14F-4D97-AF65-F5344CB8AC3E}">
        <p14:creationId xmlns:p14="http://schemas.microsoft.com/office/powerpoint/2010/main" val="189902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提纲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植物特征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主要价值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生长习性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288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植物特征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落叶灌木或乔木，最高可达</a:t>
            </a:r>
            <a:r>
              <a:rPr lang="en-US" altLang="zh-CN" sz="2000" dirty="0"/>
              <a:t>8</a:t>
            </a:r>
            <a:r>
              <a:rPr lang="zh-CN" altLang="en-US" sz="2000" dirty="0"/>
              <a:t>米。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叶片椭圆形至长椭圆形，长</a:t>
            </a:r>
            <a:r>
              <a:rPr lang="en-US" altLang="zh-CN" sz="2000" dirty="0"/>
              <a:t>5-8</a:t>
            </a:r>
            <a:r>
              <a:rPr lang="zh-CN" altLang="en-US" sz="2000" dirty="0"/>
              <a:t>厘米，宽</a:t>
            </a:r>
            <a:r>
              <a:rPr lang="en-US" altLang="zh-CN" sz="2000" dirty="0"/>
              <a:t>2-3</a:t>
            </a:r>
            <a:r>
              <a:rPr lang="zh-CN" altLang="en-US" sz="2000" dirty="0"/>
              <a:t>厘米，先端短渐尖或圆钝，基部宽楔形或近圆形。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花序近伞形，有花</a:t>
            </a:r>
            <a:r>
              <a:rPr lang="en-US" altLang="zh-CN" sz="2000" dirty="0"/>
              <a:t>4-6</a:t>
            </a:r>
            <a:r>
              <a:rPr lang="zh-CN" altLang="en-US" sz="2000" dirty="0"/>
              <a:t>朵，花梗长</a:t>
            </a:r>
            <a:r>
              <a:rPr lang="en-US" altLang="zh-CN" sz="2000" dirty="0"/>
              <a:t>2-3</a:t>
            </a:r>
            <a:r>
              <a:rPr lang="zh-CN" altLang="en-US" sz="2000" dirty="0"/>
              <a:t>厘米，具柔毛，花直径</a:t>
            </a:r>
            <a:r>
              <a:rPr lang="en-US" altLang="zh-CN" sz="2000" dirty="0"/>
              <a:t>4-5</a:t>
            </a:r>
            <a:r>
              <a:rPr lang="zh-CN" altLang="en-US" sz="2000" dirty="0"/>
              <a:t>厘米。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果实近球形，直径</a:t>
            </a:r>
            <a:r>
              <a:rPr lang="en-US" altLang="zh-CN" sz="2000" dirty="0"/>
              <a:t>2</a:t>
            </a:r>
            <a:r>
              <a:rPr lang="zh-CN" altLang="en-US" sz="2000" dirty="0"/>
              <a:t>厘米，萼片宿存，基部不下陷，梗洼隆起。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花期</a:t>
            </a:r>
            <a:r>
              <a:rPr lang="en-US" altLang="zh-CN" sz="2000" dirty="0"/>
              <a:t>4-5</a:t>
            </a:r>
            <a:r>
              <a:rPr lang="zh-CN" altLang="en-US" sz="2000" dirty="0"/>
              <a:t>月，果期</a:t>
            </a:r>
            <a:r>
              <a:rPr lang="en-US" altLang="zh-CN" sz="2000" dirty="0"/>
              <a:t>8-9</a:t>
            </a:r>
            <a:r>
              <a:rPr lang="zh-CN" altLang="en-US" sz="2000" dirty="0"/>
              <a:t>月。</a:t>
            </a:r>
          </a:p>
        </p:txBody>
      </p:sp>
    </p:spTree>
    <p:extLst>
      <p:ext uri="{BB962C8B-B14F-4D97-AF65-F5344CB8AC3E}">
        <p14:creationId xmlns:p14="http://schemas.microsoft.com/office/powerpoint/2010/main" val="1404161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主要价值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海棠种仁含油率</a:t>
            </a:r>
            <a:r>
              <a:rPr lang="en-US" altLang="zh-CN" sz="2000" dirty="0"/>
              <a:t>35.99%</a:t>
            </a:r>
            <a:r>
              <a:rPr lang="zh-CN" altLang="en-US" sz="2000" dirty="0"/>
              <a:t>，出油率</a:t>
            </a:r>
            <a:r>
              <a:rPr lang="en-US" altLang="zh-CN" sz="2000" dirty="0"/>
              <a:t>30%</a:t>
            </a:r>
            <a:r>
              <a:rPr lang="zh-CN" altLang="en-US" sz="2000" dirty="0"/>
              <a:t>，无异味，可食用并可制作肥皂。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花可为糖制酱的作料，风味很美。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果实经蒸煮后可制作蜜饯，也可供药用，是药食兼用的食品。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树皮含鞣质，可提制栲胶。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木材质坚硬，可供床柱用。 </a:t>
            </a:r>
          </a:p>
        </p:txBody>
      </p:sp>
    </p:spTree>
    <p:extLst>
      <p:ext uri="{BB962C8B-B14F-4D97-AF65-F5344CB8AC3E}">
        <p14:creationId xmlns:p14="http://schemas.microsoft.com/office/powerpoint/2010/main" val="250060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生长习性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海棠喜欢凉爽、湿润、半阴的环境。对环境变化，特别是温度和光线的急剧变化十分敏感，生长的最适温度为</a:t>
            </a:r>
            <a:r>
              <a:rPr lang="en-US" altLang="zh-CN" sz="2000" dirty="0"/>
              <a:t>15</a:t>
            </a:r>
            <a:r>
              <a:rPr lang="zh-CN" altLang="en-US" sz="2000" dirty="0"/>
              <a:t>～</a:t>
            </a:r>
            <a:r>
              <a:rPr lang="en-US" altLang="zh-CN" sz="2000" dirty="0"/>
              <a:t>25℃</a:t>
            </a:r>
            <a:r>
              <a:rPr lang="zh-CN" altLang="en-US" sz="2000" dirty="0"/>
              <a:t>，不耐</a:t>
            </a:r>
            <a:r>
              <a:rPr lang="zh-CN" altLang="en-US" sz="2000" dirty="0" smtClean="0"/>
              <a:t>高温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超过</a:t>
            </a:r>
            <a:r>
              <a:rPr lang="en-US" altLang="zh-CN" sz="2000" dirty="0"/>
              <a:t>30℃</a:t>
            </a:r>
            <a:r>
              <a:rPr lang="zh-CN" altLang="en-US" sz="2000" dirty="0"/>
              <a:t>茎叶枯萎、花蕾脱落。</a:t>
            </a:r>
          </a:p>
        </p:txBody>
      </p:sp>
    </p:spTree>
    <p:extLst>
      <p:ext uri="{BB962C8B-B14F-4D97-AF65-F5344CB8AC3E}">
        <p14:creationId xmlns:p14="http://schemas.microsoft.com/office/powerpoint/2010/main" val="51459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植物</Template>
  <TotalTime>11</TotalTime>
  <Words>276</Words>
  <Application>Microsoft Office PowerPoint</Application>
  <PresentationFormat>宽屏</PresentationFormat>
  <Paragraphs>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Calibri</vt:lpstr>
      <vt:lpstr>Office 主题</vt:lpstr>
      <vt:lpstr>海棠</vt:lpstr>
      <vt:lpstr>概述</vt:lpstr>
      <vt:lpstr>提纲</vt:lpstr>
      <vt:lpstr>植物特征</vt:lpstr>
      <vt:lpstr>主要价值</vt:lpstr>
      <vt:lpstr>生长习性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  棠</dc:title>
  <dc:creator>Administrator</dc:creator>
  <cp:lastModifiedBy>PC</cp:lastModifiedBy>
  <cp:revision>8</cp:revision>
  <dcterms:created xsi:type="dcterms:W3CDTF">2023-10-30T01:38:33Z</dcterms:created>
  <dcterms:modified xsi:type="dcterms:W3CDTF">2023-10-30T05:45:38Z</dcterms:modified>
</cp:coreProperties>
</file>