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  <p:sldId id="410" r:id="rId3"/>
    <p:sldId id="411" r:id="rId4"/>
    <p:sldId id="412" r:id="rId5"/>
    <p:sldId id="413" r:id="rId6"/>
    <p:sldId id="41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6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738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2022/10/25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春</a:t>
            </a:r>
            <a:r>
              <a:rPr lang="zh-CN" altLang="en-US" dirty="0" smtClean="0"/>
              <a:t>季</a:t>
            </a:r>
            <a:r>
              <a:rPr lang="zh-CN" altLang="en-US" dirty="0"/>
              <a:t>养生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春季</a:t>
            </a:r>
            <a:r>
              <a:rPr lang="zh-CN" altLang="en-US" dirty="0"/>
              <a:t>，是</a:t>
            </a:r>
            <a:r>
              <a:rPr lang="zh-CN" altLang="en-US" dirty="0" smtClean="0"/>
              <a:t>从立春之</a:t>
            </a:r>
            <a:r>
              <a:rPr lang="zh-CN" altLang="en-US" dirty="0"/>
              <a:t>日起，</a:t>
            </a:r>
            <a:r>
              <a:rPr lang="zh-CN" altLang="en-US" dirty="0" smtClean="0"/>
              <a:t>到</a:t>
            </a:r>
            <a:r>
              <a:rPr lang="zh-CN" altLang="en-US" dirty="0"/>
              <a:t>立夏</a:t>
            </a:r>
            <a:r>
              <a:rPr lang="zh-CN" altLang="en-US" dirty="0" smtClean="0"/>
              <a:t>之</a:t>
            </a:r>
            <a:r>
              <a:rPr lang="zh-CN" altLang="en-US" dirty="0"/>
              <a:t>日止，即</a:t>
            </a:r>
            <a:r>
              <a:rPr lang="zh-CN" altLang="en-US" dirty="0" smtClean="0"/>
              <a:t>农历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</a:t>
            </a:r>
            <a:r>
              <a:rPr lang="zh-CN" altLang="en-US" dirty="0"/>
              <a:t>，期间经过</a:t>
            </a:r>
            <a:r>
              <a:rPr lang="zh-CN" altLang="en-US" dirty="0" smtClean="0"/>
              <a:t>立春、雨水、惊蛰、春分、清明、谷雨六</a:t>
            </a:r>
            <a:r>
              <a:rPr lang="zh-CN" altLang="en-US" dirty="0"/>
              <a:t>个节气。</a:t>
            </a:r>
          </a:p>
          <a:p>
            <a:r>
              <a:rPr lang="zh-CN" altLang="en-US" dirty="0" smtClean="0"/>
              <a:t>春季，</a:t>
            </a:r>
            <a:r>
              <a:rPr lang="zh-CN" altLang="en-US" dirty="0"/>
              <a:t>万物</a:t>
            </a:r>
            <a:r>
              <a:rPr lang="zh-CN" altLang="en-US" dirty="0" smtClean="0"/>
              <a:t>复苏的</a:t>
            </a:r>
            <a:r>
              <a:rPr lang="zh-CN" altLang="en-US" dirty="0"/>
              <a:t>季节</a:t>
            </a:r>
            <a:r>
              <a:rPr lang="zh-CN" altLang="en-US" dirty="0" smtClean="0"/>
              <a:t>，随着</a:t>
            </a:r>
            <a:r>
              <a:rPr lang="zh-CN" altLang="en-US" dirty="0"/>
              <a:t>气候的转暖和户外活动的增多，人们的精神活动亦开始活跃</a:t>
            </a:r>
            <a:r>
              <a:rPr lang="zh-CN" altLang="en-US" dirty="0" smtClean="0"/>
              <a:t>起来。</a:t>
            </a:r>
            <a:endParaRPr lang="zh-CN" altLang="en-US" dirty="0"/>
          </a:p>
          <a:p>
            <a:r>
              <a:rPr lang="zh-CN" altLang="en-US" dirty="0"/>
              <a:t>春天的天气变化最为反复无常，使人出现种种不适症状，患上种种疾病，因此，春天也是“百草发芽，百病发作”的</a:t>
            </a:r>
            <a:r>
              <a:rPr lang="zh-CN" altLang="en-US" dirty="0" smtClean="0"/>
              <a:t>季节，所以春季</a:t>
            </a:r>
            <a:r>
              <a:rPr lang="zh-CN" altLang="en-US" dirty="0"/>
              <a:t>您亦应特别重视养生保健。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养生特点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春季</a:t>
            </a:r>
            <a:r>
              <a:rPr lang="zh-CN" altLang="en-US" dirty="0"/>
              <a:t>，气温</a:t>
            </a:r>
            <a:r>
              <a:rPr lang="zh-CN" altLang="en-US" dirty="0" smtClean="0"/>
              <a:t>开始回升，雨量逐步增大，</a:t>
            </a:r>
            <a:r>
              <a:rPr lang="zh-CN" altLang="en-US" dirty="0"/>
              <a:t>空气湿度</a:t>
            </a:r>
            <a:r>
              <a:rPr lang="zh-CN" altLang="en-US" dirty="0" smtClean="0"/>
              <a:t>相对较高，</a:t>
            </a:r>
            <a:r>
              <a:rPr lang="zh-CN" altLang="en-US" dirty="0"/>
              <a:t>气候偏</a:t>
            </a:r>
            <a:r>
              <a:rPr lang="zh-CN" altLang="en-US" dirty="0" smtClean="0"/>
              <a:t>于湿润。</a:t>
            </a:r>
            <a:endParaRPr lang="zh-CN" altLang="en-US" dirty="0"/>
          </a:p>
          <a:p>
            <a:r>
              <a:rPr lang="zh-CN" altLang="en-US" dirty="0"/>
              <a:t>中医学认为</a:t>
            </a:r>
            <a:r>
              <a:rPr lang="zh-CN" altLang="en-US" dirty="0" smtClean="0"/>
              <a:t>：春天对应人体的肝。肝脏与草木对比相似，草木在春季萌发生长，肝脏也喜欢生发，在春季功能比较活跃。要注意控制情绪调整心情，生活规律不要熬夜保证睡眠。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鱼类推荐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养生方法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起居养生：春季乍暖还寒，气候多变，要保暖防寒，不使阳气受遏</a:t>
            </a:r>
            <a:r>
              <a:rPr lang="zh-CN" altLang="en-US" dirty="0" smtClean="0"/>
              <a:t>。注意早睡早起，保持</a:t>
            </a:r>
            <a:r>
              <a:rPr lang="zh-CN" altLang="en-US" dirty="0"/>
              <a:t>内心宁静，情绪乐观，舒畅胸怀，抛开一切烦恼，避免悲伤情绪，</a:t>
            </a:r>
            <a:r>
              <a:rPr lang="zh-CN" altLang="en-US" dirty="0" smtClean="0"/>
              <a:t>是春季养肝的</a:t>
            </a:r>
            <a:r>
              <a:rPr lang="zh-CN" altLang="en-US" dirty="0"/>
              <a:t>一个好方法。</a:t>
            </a:r>
          </a:p>
          <a:p>
            <a:r>
              <a:rPr lang="zh-CN" altLang="en-US" dirty="0"/>
              <a:t>饮食养生：宜多</a:t>
            </a:r>
            <a:r>
              <a:rPr lang="zh-CN" altLang="en-US" dirty="0" smtClean="0"/>
              <a:t>吃温补阳气的食物</a:t>
            </a:r>
            <a:r>
              <a:rPr lang="zh-CN" altLang="en-US" dirty="0"/>
              <a:t>，</a:t>
            </a:r>
            <a:r>
              <a:rPr lang="zh-CN" altLang="en-US" dirty="0" smtClean="0"/>
              <a:t>如菠菜、芹菜、莴笋等；</a:t>
            </a:r>
            <a:r>
              <a:rPr lang="zh-CN" altLang="en-US" dirty="0" smtClean="0"/>
              <a:t>可食用辛辣</a:t>
            </a:r>
            <a:r>
              <a:rPr lang="zh-CN" altLang="en-US" dirty="0"/>
              <a:t>食物，如葱</a:t>
            </a:r>
            <a:r>
              <a:rPr lang="zh-CN" altLang="en-US" dirty="0" smtClean="0"/>
              <a:t>、蒜等。春天是万物出发之季，一般无须进补，不妨</a:t>
            </a:r>
            <a:r>
              <a:rPr lang="zh-CN" altLang="en-US" dirty="0"/>
              <a:t>吃点鱼肉，鱼肉脂肪含量低，其中的脂肪酸被证实有降糖、护心和防癌的作用。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 smtClean="0"/>
              <a:t>养肝为</a:t>
            </a:r>
            <a:r>
              <a:rPr lang="zh-CN" altLang="en-US" dirty="0"/>
              <a:t>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春季正是</a:t>
            </a:r>
            <a:r>
              <a:rPr lang="zh-CN" altLang="en-US" dirty="0"/>
              <a:t>采纳自然之气养阳的好时机，而“动”为养阳最重要一环。如散步、慢跑、做操、打球</a:t>
            </a:r>
            <a:r>
              <a:rPr lang="zh-CN" altLang="en-US" dirty="0" smtClean="0"/>
              <a:t>等。</a:t>
            </a:r>
            <a:r>
              <a:rPr lang="zh-CN" altLang="en-US" dirty="0"/>
              <a:t>不仅能畅达心胸、怡情养性，而且还能使气血通畅、郁滞疏散，提高心肺功能，强体防病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zh-CN" altLang="en-US" dirty="0"/>
              <a:t>春夏养阳，秋冬养阴”。五行学说中，肝属木，与春相应，主升发，喜畅达疏泄而恶抑郁。所以，养肝首要一条是调理情志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中医</a:t>
            </a:r>
            <a:r>
              <a:rPr lang="zh-CN" altLang="en-US" dirty="0"/>
              <a:t>认为，脾胃是后天之本，人体气血化生之源，脾胃之气健壮，人可延年益寿。而春天是肝旺之时，多食酸性食物会使肝火偏亢，损伤脾胃。应多吃一些性味甘平，且富含蛋白质、维生素和矿物质的食物，如瘦肉、禽蛋、牛奶、蜂蜜、豆制品、新鲜蔬菜、水果等，有利于发寒散邪，扶助阳气。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498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Wingdings</vt:lpstr>
      <vt:lpstr>Office 主题​​</vt:lpstr>
      <vt:lpstr>PowerPoint 演示文稿</vt:lpstr>
      <vt:lpstr>春季养生</vt:lpstr>
      <vt:lpstr>养生特点</vt:lpstr>
      <vt:lpstr>鱼类推荐</vt:lpstr>
      <vt:lpstr>养生方法</vt:lpstr>
      <vt:lpstr>养肝为要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小西</cp:lastModifiedBy>
  <cp:revision>183</cp:revision>
  <dcterms:created xsi:type="dcterms:W3CDTF">2019-06-19T02:08:00Z</dcterms:created>
  <dcterms:modified xsi:type="dcterms:W3CDTF">2022-10-25T09:46:50Z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