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1"/>
  </p:notesMasterIdLst>
  <p:handoutMasterIdLst>
    <p:handoutMasterId r:id="rId12"/>
  </p:handoutMasterIdLst>
  <p:sldIdLst>
    <p:sldId id="263" r:id="rId2"/>
    <p:sldId id="268" r:id="rId3"/>
    <p:sldId id="264" r:id="rId4"/>
    <p:sldId id="265" r:id="rId5"/>
    <p:sldId id="266" r:id="rId6"/>
    <p:sldId id="267" r:id="rId7"/>
    <p:sldId id="269" r:id="rId8"/>
    <p:sldId id="270" r:id="rId9"/>
    <p:sldId id="271" r:id="rId10"/>
  </p:sldIdLst>
  <p:sldSz cx="12801600" cy="9601200" type="A3"/>
  <p:notesSz cx="6858000" cy="9144000"/>
  <p:defaultTextStyle>
    <a:defPPr>
      <a:defRPr lang="zh-CN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534" y="84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7219D5-AFD2-467E-9DB6-577059BBF095}" type="doc">
      <dgm:prSet loTypeId="urn:microsoft.com/office/officeart/2008/layout/VerticalCurvedList" loCatId="list" qsTypeId="urn:microsoft.com/office/officeart/2005/8/quickstyle/3d3" qsCatId="3D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8C224BE7-F287-40A5-AE44-DAD73CA80B0C}">
      <dgm:prSet/>
      <dgm:spPr/>
      <dgm:t>
        <a:bodyPr/>
        <a:lstStyle/>
        <a:p>
          <a:pPr rtl="0"/>
          <a:r>
            <a:rPr lang="zh-CN" smtClean="0"/>
            <a:t>洋葱和花生是良好的搭配</a:t>
          </a:r>
          <a:endParaRPr lang="zh-CN"/>
        </a:p>
      </dgm:t>
    </dgm:pt>
    <dgm:pt modelId="{D01A1D77-D7C4-4A80-96B5-046EFE64B8A9}" type="parTrans" cxnId="{6BAC2684-E2F8-45D6-8465-2DEAFAB98BE9}">
      <dgm:prSet/>
      <dgm:spPr/>
      <dgm:t>
        <a:bodyPr/>
        <a:lstStyle/>
        <a:p>
          <a:endParaRPr lang="zh-CN" altLang="en-US"/>
        </a:p>
      </dgm:t>
    </dgm:pt>
    <dgm:pt modelId="{2628B1CD-795A-4192-AAE5-7CA19E782421}" type="sibTrans" cxnId="{6BAC2684-E2F8-45D6-8465-2DEAFAB98BE9}">
      <dgm:prSet/>
      <dgm:spPr/>
      <dgm:t>
        <a:bodyPr/>
        <a:lstStyle/>
        <a:p>
          <a:endParaRPr lang="zh-CN" altLang="en-US"/>
        </a:p>
      </dgm:t>
    </dgm:pt>
    <dgm:pt modelId="{AB507BCB-A771-4FFB-9263-9F2A9811AB48}">
      <dgm:prSet/>
      <dgm:spPr/>
      <dgm:t>
        <a:bodyPr/>
        <a:lstStyle/>
        <a:p>
          <a:pPr rtl="0"/>
          <a:r>
            <a:rPr lang="zh-CN" smtClean="0"/>
            <a:t>花生利于补充抗氧化物质</a:t>
          </a:r>
          <a:endParaRPr lang="zh-CN"/>
        </a:p>
      </dgm:t>
    </dgm:pt>
    <dgm:pt modelId="{437E1457-883C-430D-9491-2D8667DA45B5}" type="parTrans" cxnId="{27BE081F-EB53-4764-BBE1-664FC5B3BB29}">
      <dgm:prSet/>
      <dgm:spPr/>
      <dgm:t>
        <a:bodyPr/>
        <a:lstStyle/>
        <a:p>
          <a:endParaRPr lang="zh-CN" altLang="en-US"/>
        </a:p>
      </dgm:t>
    </dgm:pt>
    <dgm:pt modelId="{4B472076-3069-493E-B688-4E44FF461B24}" type="sibTrans" cxnId="{27BE081F-EB53-4764-BBE1-664FC5B3BB29}">
      <dgm:prSet/>
      <dgm:spPr/>
      <dgm:t>
        <a:bodyPr/>
        <a:lstStyle/>
        <a:p>
          <a:endParaRPr lang="zh-CN" altLang="en-US"/>
        </a:p>
      </dgm:t>
    </dgm:pt>
    <dgm:pt modelId="{3B2539C8-1580-447E-AAAA-078026E55AF2}">
      <dgm:prSet/>
      <dgm:spPr/>
      <dgm:t>
        <a:bodyPr/>
        <a:lstStyle/>
        <a:p>
          <a:pPr rtl="0"/>
          <a:r>
            <a:rPr lang="zh-CN" smtClean="0"/>
            <a:t>洋葱营养丰富</a:t>
          </a:r>
          <a:endParaRPr lang="zh-CN"/>
        </a:p>
      </dgm:t>
    </dgm:pt>
    <dgm:pt modelId="{96470409-1026-4974-AE49-D652DA0554C7}" type="parTrans" cxnId="{2D1E6FEE-A541-40C3-A5A8-ADE1C4C00DEC}">
      <dgm:prSet/>
      <dgm:spPr/>
      <dgm:t>
        <a:bodyPr/>
        <a:lstStyle/>
        <a:p>
          <a:endParaRPr lang="zh-CN" altLang="en-US"/>
        </a:p>
      </dgm:t>
    </dgm:pt>
    <dgm:pt modelId="{08FF9D96-EC91-460A-A3D4-933E6A39EC04}" type="sibTrans" cxnId="{2D1E6FEE-A541-40C3-A5A8-ADE1C4C00DEC}">
      <dgm:prSet/>
      <dgm:spPr/>
      <dgm:t>
        <a:bodyPr/>
        <a:lstStyle/>
        <a:p>
          <a:endParaRPr lang="zh-CN" altLang="en-US"/>
        </a:p>
      </dgm:t>
    </dgm:pt>
    <dgm:pt modelId="{01E33FC7-41BD-4656-9578-C1141113A2EE}">
      <dgm:prSet/>
      <dgm:spPr/>
      <dgm:t>
        <a:bodyPr/>
        <a:lstStyle/>
        <a:p>
          <a:pPr rtl="0"/>
          <a:r>
            <a:rPr lang="zh-CN" smtClean="0"/>
            <a:t>“紫洋葱拌花生米”的制作方法</a:t>
          </a:r>
          <a:endParaRPr lang="zh-CN"/>
        </a:p>
      </dgm:t>
    </dgm:pt>
    <dgm:pt modelId="{16913CA5-2432-4C10-9F75-064D64965068}" type="parTrans" cxnId="{E1316134-FEB0-4CD4-9F73-1A42B091BD74}">
      <dgm:prSet/>
      <dgm:spPr/>
      <dgm:t>
        <a:bodyPr/>
        <a:lstStyle/>
        <a:p>
          <a:endParaRPr lang="zh-CN" altLang="en-US"/>
        </a:p>
      </dgm:t>
    </dgm:pt>
    <dgm:pt modelId="{AD9441BA-9C12-4316-8407-C93540677B8C}" type="sibTrans" cxnId="{E1316134-FEB0-4CD4-9F73-1A42B091BD74}">
      <dgm:prSet/>
      <dgm:spPr/>
      <dgm:t>
        <a:bodyPr/>
        <a:lstStyle/>
        <a:p>
          <a:endParaRPr lang="zh-CN" altLang="en-US"/>
        </a:p>
      </dgm:t>
    </dgm:pt>
    <dgm:pt modelId="{6A48DCB2-4598-4148-88E7-EAFFE496B866}" type="pres">
      <dgm:prSet presAssocID="{3C7219D5-AFD2-467E-9DB6-577059BBF09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7FE9BFB3-BF0E-42B3-B54C-FE409AEA8355}" type="pres">
      <dgm:prSet presAssocID="{3C7219D5-AFD2-467E-9DB6-577059BBF095}" presName="Name1" presStyleCnt="0"/>
      <dgm:spPr/>
    </dgm:pt>
    <dgm:pt modelId="{1978641F-19BC-4201-BFC2-CA2C7CF65358}" type="pres">
      <dgm:prSet presAssocID="{3C7219D5-AFD2-467E-9DB6-577059BBF095}" presName="cycle" presStyleCnt="0"/>
      <dgm:spPr/>
    </dgm:pt>
    <dgm:pt modelId="{6DB2D95C-ED24-4D15-B955-20916B71CA23}" type="pres">
      <dgm:prSet presAssocID="{3C7219D5-AFD2-467E-9DB6-577059BBF095}" presName="srcNode" presStyleLbl="node1" presStyleIdx="0" presStyleCnt="4"/>
      <dgm:spPr/>
    </dgm:pt>
    <dgm:pt modelId="{9550D497-51D4-49AF-B231-387EE42B2F03}" type="pres">
      <dgm:prSet presAssocID="{3C7219D5-AFD2-467E-9DB6-577059BBF095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030C6301-6CE4-4048-8F4B-9A735EC5054D}" type="pres">
      <dgm:prSet presAssocID="{3C7219D5-AFD2-467E-9DB6-577059BBF095}" presName="extraNode" presStyleLbl="node1" presStyleIdx="0" presStyleCnt="4"/>
      <dgm:spPr/>
    </dgm:pt>
    <dgm:pt modelId="{823844B1-1687-4B67-B656-52759BE2360F}" type="pres">
      <dgm:prSet presAssocID="{3C7219D5-AFD2-467E-9DB6-577059BBF095}" presName="dstNode" presStyleLbl="node1" presStyleIdx="0" presStyleCnt="4"/>
      <dgm:spPr/>
    </dgm:pt>
    <dgm:pt modelId="{B70A8002-87F0-4877-B122-BFFB242D0274}" type="pres">
      <dgm:prSet presAssocID="{8C224BE7-F287-40A5-AE44-DAD73CA80B0C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216AC6-5FAB-456C-954C-1B0451228FF3}" type="pres">
      <dgm:prSet presAssocID="{8C224BE7-F287-40A5-AE44-DAD73CA80B0C}" presName="accent_1" presStyleCnt="0"/>
      <dgm:spPr/>
    </dgm:pt>
    <dgm:pt modelId="{B62ADB00-B892-43F5-A993-7132E43C2AC5}" type="pres">
      <dgm:prSet presAssocID="{8C224BE7-F287-40A5-AE44-DAD73CA80B0C}" presName="accentRepeatNode" presStyleLbl="solidFgAcc1" presStyleIdx="0" presStyleCnt="4"/>
      <dgm:spPr/>
    </dgm:pt>
    <dgm:pt modelId="{4BA087A1-A9DC-47A6-A36B-907C9EBE4A27}" type="pres">
      <dgm:prSet presAssocID="{AB507BCB-A771-4FFB-9263-9F2A9811AB48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6DEB567-E103-46CF-BA2B-1120C4B39D81}" type="pres">
      <dgm:prSet presAssocID="{AB507BCB-A771-4FFB-9263-9F2A9811AB48}" presName="accent_2" presStyleCnt="0"/>
      <dgm:spPr/>
    </dgm:pt>
    <dgm:pt modelId="{D5DCA5B9-E60A-43CA-874A-F240BDFCECB1}" type="pres">
      <dgm:prSet presAssocID="{AB507BCB-A771-4FFB-9263-9F2A9811AB48}" presName="accentRepeatNode" presStyleLbl="solidFgAcc1" presStyleIdx="1" presStyleCnt="4"/>
      <dgm:spPr/>
    </dgm:pt>
    <dgm:pt modelId="{17557C84-C43F-4AC6-A2A2-C186E976C531}" type="pres">
      <dgm:prSet presAssocID="{3B2539C8-1580-447E-AAAA-078026E55AF2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DABC46E-6CF9-45DA-8736-9C0F4BF6F328}" type="pres">
      <dgm:prSet presAssocID="{3B2539C8-1580-447E-AAAA-078026E55AF2}" presName="accent_3" presStyleCnt="0"/>
      <dgm:spPr/>
    </dgm:pt>
    <dgm:pt modelId="{B1E7E530-A1BB-469A-A6A2-DC5DB7038861}" type="pres">
      <dgm:prSet presAssocID="{3B2539C8-1580-447E-AAAA-078026E55AF2}" presName="accentRepeatNode" presStyleLbl="solidFgAcc1" presStyleIdx="2" presStyleCnt="4"/>
      <dgm:spPr/>
    </dgm:pt>
    <dgm:pt modelId="{83F3B6F5-01DC-4132-B7A3-7A56C7402FD5}" type="pres">
      <dgm:prSet presAssocID="{01E33FC7-41BD-4656-9578-C1141113A2EE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1400F8-471E-45F3-A7F5-9506448EF768}" type="pres">
      <dgm:prSet presAssocID="{01E33FC7-41BD-4656-9578-C1141113A2EE}" presName="accent_4" presStyleCnt="0"/>
      <dgm:spPr/>
    </dgm:pt>
    <dgm:pt modelId="{59D6503F-B0EC-4283-BC7D-DD78B0AF77D7}" type="pres">
      <dgm:prSet presAssocID="{01E33FC7-41BD-4656-9578-C1141113A2EE}" presName="accentRepeatNode" presStyleLbl="solidFgAcc1" presStyleIdx="3" presStyleCnt="4"/>
      <dgm:spPr/>
    </dgm:pt>
  </dgm:ptLst>
  <dgm:cxnLst>
    <dgm:cxn modelId="{69AC3ABA-1D7E-4B31-ADCC-E546017A354B}" type="presOf" srcId="{8C224BE7-F287-40A5-AE44-DAD73CA80B0C}" destId="{B70A8002-87F0-4877-B122-BFFB242D0274}" srcOrd="0" destOrd="0" presId="urn:microsoft.com/office/officeart/2008/layout/VerticalCurvedList"/>
    <dgm:cxn modelId="{6BAC2684-E2F8-45D6-8465-2DEAFAB98BE9}" srcId="{3C7219D5-AFD2-467E-9DB6-577059BBF095}" destId="{8C224BE7-F287-40A5-AE44-DAD73CA80B0C}" srcOrd="0" destOrd="0" parTransId="{D01A1D77-D7C4-4A80-96B5-046EFE64B8A9}" sibTransId="{2628B1CD-795A-4192-AAE5-7CA19E782421}"/>
    <dgm:cxn modelId="{E1316134-FEB0-4CD4-9F73-1A42B091BD74}" srcId="{3C7219D5-AFD2-467E-9DB6-577059BBF095}" destId="{01E33FC7-41BD-4656-9578-C1141113A2EE}" srcOrd="3" destOrd="0" parTransId="{16913CA5-2432-4C10-9F75-064D64965068}" sibTransId="{AD9441BA-9C12-4316-8407-C93540677B8C}"/>
    <dgm:cxn modelId="{8B676C23-BF7A-476B-8F3F-8EC096B8E32E}" type="presOf" srcId="{2628B1CD-795A-4192-AAE5-7CA19E782421}" destId="{9550D497-51D4-49AF-B231-387EE42B2F03}" srcOrd="0" destOrd="0" presId="urn:microsoft.com/office/officeart/2008/layout/VerticalCurvedList"/>
    <dgm:cxn modelId="{DFDF20D1-EB63-4815-8C30-9FC1F4ABAC57}" type="presOf" srcId="{3B2539C8-1580-447E-AAAA-078026E55AF2}" destId="{17557C84-C43F-4AC6-A2A2-C186E976C531}" srcOrd="0" destOrd="0" presId="urn:microsoft.com/office/officeart/2008/layout/VerticalCurvedList"/>
    <dgm:cxn modelId="{27BE081F-EB53-4764-BBE1-664FC5B3BB29}" srcId="{3C7219D5-AFD2-467E-9DB6-577059BBF095}" destId="{AB507BCB-A771-4FFB-9263-9F2A9811AB48}" srcOrd="1" destOrd="0" parTransId="{437E1457-883C-430D-9491-2D8667DA45B5}" sibTransId="{4B472076-3069-493E-B688-4E44FF461B24}"/>
    <dgm:cxn modelId="{2D1E6FEE-A541-40C3-A5A8-ADE1C4C00DEC}" srcId="{3C7219D5-AFD2-467E-9DB6-577059BBF095}" destId="{3B2539C8-1580-447E-AAAA-078026E55AF2}" srcOrd="2" destOrd="0" parTransId="{96470409-1026-4974-AE49-D652DA0554C7}" sibTransId="{08FF9D96-EC91-460A-A3D4-933E6A39EC04}"/>
    <dgm:cxn modelId="{30B702CF-2B77-4488-AFF2-1A963B2D7411}" type="presOf" srcId="{01E33FC7-41BD-4656-9578-C1141113A2EE}" destId="{83F3B6F5-01DC-4132-B7A3-7A56C7402FD5}" srcOrd="0" destOrd="0" presId="urn:microsoft.com/office/officeart/2008/layout/VerticalCurvedList"/>
    <dgm:cxn modelId="{A7F15E50-0CD1-4506-B432-5CA6B6A20D7F}" type="presOf" srcId="{3C7219D5-AFD2-467E-9DB6-577059BBF095}" destId="{6A48DCB2-4598-4148-88E7-EAFFE496B866}" srcOrd="0" destOrd="0" presId="urn:microsoft.com/office/officeart/2008/layout/VerticalCurvedList"/>
    <dgm:cxn modelId="{807FBC71-5040-4A64-B810-0ADE5FC27F6D}" type="presOf" srcId="{AB507BCB-A771-4FFB-9263-9F2A9811AB48}" destId="{4BA087A1-A9DC-47A6-A36B-907C9EBE4A27}" srcOrd="0" destOrd="0" presId="urn:microsoft.com/office/officeart/2008/layout/VerticalCurvedList"/>
    <dgm:cxn modelId="{32344C97-07EF-4FA4-8BA6-65EA00F977AB}" type="presParOf" srcId="{6A48DCB2-4598-4148-88E7-EAFFE496B866}" destId="{7FE9BFB3-BF0E-42B3-B54C-FE409AEA8355}" srcOrd="0" destOrd="0" presId="urn:microsoft.com/office/officeart/2008/layout/VerticalCurvedList"/>
    <dgm:cxn modelId="{F83F9AAA-CC5A-45C4-9754-A3C420B9228F}" type="presParOf" srcId="{7FE9BFB3-BF0E-42B3-B54C-FE409AEA8355}" destId="{1978641F-19BC-4201-BFC2-CA2C7CF65358}" srcOrd="0" destOrd="0" presId="urn:microsoft.com/office/officeart/2008/layout/VerticalCurvedList"/>
    <dgm:cxn modelId="{9B2C0EDC-98FA-4AA5-B379-0F09590A311B}" type="presParOf" srcId="{1978641F-19BC-4201-BFC2-CA2C7CF65358}" destId="{6DB2D95C-ED24-4D15-B955-20916B71CA23}" srcOrd="0" destOrd="0" presId="urn:microsoft.com/office/officeart/2008/layout/VerticalCurvedList"/>
    <dgm:cxn modelId="{8F211E50-73FD-47A8-AB29-61938C72275F}" type="presParOf" srcId="{1978641F-19BC-4201-BFC2-CA2C7CF65358}" destId="{9550D497-51D4-49AF-B231-387EE42B2F03}" srcOrd="1" destOrd="0" presId="urn:microsoft.com/office/officeart/2008/layout/VerticalCurvedList"/>
    <dgm:cxn modelId="{BB7D3112-4D83-429E-8C39-61F2105AD45B}" type="presParOf" srcId="{1978641F-19BC-4201-BFC2-CA2C7CF65358}" destId="{030C6301-6CE4-4048-8F4B-9A735EC5054D}" srcOrd="2" destOrd="0" presId="urn:microsoft.com/office/officeart/2008/layout/VerticalCurvedList"/>
    <dgm:cxn modelId="{4077ACB5-1DFE-4C3C-A91B-36AB717ECB2A}" type="presParOf" srcId="{1978641F-19BC-4201-BFC2-CA2C7CF65358}" destId="{823844B1-1687-4B67-B656-52759BE2360F}" srcOrd="3" destOrd="0" presId="urn:microsoft.com/office/officeart/2008/layout/VerticalCurvedList"/>
    <dgm:cxn modelId="{1D87D08E-320D-462B-84ED-9EA73D30EA65}" type="presParOf" srcId="{7FE9BFB3-BF0E-42B3-B54C-FE409AEA8355}" destId="{B70A8002-87F0-4877-B122-BFFB242D0274}" srcOrd="1" destOrd="0" presId="urn:microsoft.com/office/officeart/2008/layout/VerticalCurvedList"/>
    <dgm:cxn modelId="{971913C0-8E2C-43D2-B417-88B3EBF48D4B}" type="presParOf" srcId="{7FE9BFB3-BF0E-42B3-B54C-FE409AEA8355}" destId="{B1216AC6-5FAB-456C-954C-1B0451228FF3}" srcOrd="2" destOrd="0" presId="urn:microsoft.com/office/officeart/2008/layout/VerticalCurvedList"/>
    <dgm:cxn modelId="{DC24A928-BE93-4E18-8C07-2D09BD7E4AC4}" type="presParOf" srcId="{B1216AC6-5FAB-456C-954C-1B0451228FF3}" destId="{B62ADB00-B892-43F5-A993-7132E43C2AC5}" srcOrd="0" destOrd="0" presId="urn:microsoft.com/office/officeart/2008/layout/VerticalCurvedList"/>
    <dgm:cxn modelId="{58337F9C-43C1-431B-862F-8BE8FAB12377}" type="presParOf" srcId="{7FE9BFB3-BF0E-42B3-B54C-FE409AEA8355}" destId="{4BA087A1-A9DC-47A6-A36B-907C9EBE4A27}" srcOrd="3" destOrd="0" presId="urn:microsoft.com/office/officeart/2008/layout/VerticalCurvedList"/>
    <dgm:cxn modelId="{00F326F8-D68D-4133-988F-6C5D9CCF684D}" type="presParOf" srcId="{7FE9BFB3-BF0E-42B3-B54C-FE409AEA8355}" destId="{A6DEB567-E103-46CF-BA2B-1120C4B39D81}" srcOrd="4" destOrd="0" presId="urn:microsoft.com/office/officeart/2008/layout/VerticalCurvedList"/>
    <dgm:cxn modelId="{D9BB9C99-3E34-4B01-8360-1431B20F9920}" type="presParOf" srcId="{A6DEB567-E103-46CF-BA2B-1120C4B39D81}" destId="{D5DCA5B9-E60A-43CA-874A-F240BDFCECB1}" srcOrd="0" destOrd="0" presId="urn:microsoft.com/office/officeart/2008/layout/VerticalCurvedList"/>
    <dgm:cxn modelId="{10BBCFED-96BE-4145-93BC-2BBCB13C61B0}" type="presParOf" srcId="{7FE9BFB3-BF0E-42B3-B54C-FE409AEA8355}" destId="{17557C84-C43F-4AC6-A2A2-C186E976C531}" srcOrd="5" destOrd="0" presId="urn:microsoft.com/office/officeart/2008/layout/VerticalCurvedList"/>
    <dgm:cxn modelId="{80C08806-5DF8-4F8B-A1BD-B5328B9CA60D}" type="presParOf" srcId="{7FE9BFB3-BF0E-42B3-B54C-FE409AEA8355}" destId="{CDABC46E-6CF9-45DA-8736-9C0F4BF6F328}" srcOrd="6" destOrd="0" presId="urn:microsoft.com/office/officeart/2008/layout/VerticalCurvedList"/>
    <dgm:cxn modelId="{BB502278-D622-43C2-8294-0EEC88559B27}" type="presParOf" srcId="{CDABC46E-6CF9-45DA-8736-9C0F4BF6F328}" destId="{B1E7E530-A1BB-469A-A6A2-DC5DB7038861}" srcOrd="0" destOrd="0" presId="urn:microsoft.com/office/officeart/2008/layout/VerticalCurvedList"/>
    <dgm:cxn modelId="{21A95290-30E6-4324-9FB9-DA73C8D76A67}" type="presParOf" srcId="{7FE9BFB3-BF0E-42B3-B54C-FE409AEA8355}" destId="{83F3B6F5-01DC-4132-B7A3-7A56C7402FD5}" srcOrd="7" destOrd="0" presId="urn:microsoft.com/office/officeart/2008/layout/VerticalCurvedList"/>
    <dgm:cxn modelId="{52C82785-3C19-42C1-BAD8-7758474C00CF}" type="presParOf" srcId="{7FE9BFB3-BF0E-42B3-B54C-FE409AEA8355}" destId="{781400F8-471E-45F3-A7F5-9506448EF768}" srcOrd="8" destOrd="0" presId="urn:microsoft.com/office/officeart/2008/layout/VerticalCurvedList"/>
    <dgm:cxn modelId="{87892D56-C53E-4345-AE74-5F650BB56B97}" type="presParOf" srcId="{781400F8-471E-45F3-A7F5-9506448EF768}" destId="{59D6503F-B0EC-4283-BC7D-DD78B0AF77D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0D497-51D4-49AF-B231-387EE42B2F03}">
      <dsp:nvSpPr>
        <dsp:cNvPr id="0" name=""/>
        <dsp:cNvSpPr/>
      </dsp:nvSpPr>
      <dsp:spPr>
        <a:xfrm>
          <a:off x="-6046259" y="-925138"/>
          <a:ext cx="7197596" cy="7197596"/>
        </a:xfrm>
        <a:prstGeom prst="blockArc">
          <a:avLst>
            <a:gd name="adj1" fmla="val 18900000"/>
            <a:gd name="adj2" fmla="val 2700000"/>
            <a:gd name="adj3" fmla="val 300"/>
          </a:avLst>
        </a:prstGeom>
        <a:noFill/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0A8002-87F0-4877-B122-BFFB242D0274}">
      <dsp:nvSpPr>
        <dsp:cNvPr id="0" name=""/>
        <dsp:cNvSpPr/>
      </dsp:nvSpPr>
      <dsp:spPr>
        <a:xfrm>
          <a:off x="602584" y="411101"/>
          <a:ext cx="7965664" cy="8226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296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000" kern="1200" smtClean="0"/>
            <a:t>洋葱和花生是良好的搭配</a:t>
          </a:r>
          <a:endParaRPr lang="zh-CN" sz="4000" kern="1200"/>
        </a:p>
      </dsp:txBody>
      <dsp:txXfrm>
        <a:off x="602584" y="411101"/>
        <a:ext cx="7965664" cy="822631"/>
      </dsp:txXfrm>
    </dsp:sp>
    <dsp:sp modelId="{B62ADB00-B892-43F5-A993-7132E43C2AC5}">
      <dsp:nvSpPr>
        <dsp:cNvPr id="0" name=""/>
        <dsp:cNvSpPr/>
      </dsp:nvSpPr>
      <dsp:spPr>
        <a:xfrm>
          <a:off x="88440" y="308272"/>
          <a:ext cx="1028289" cy="10282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087A1-A9DC-47A6-A36B-907C9EBE4A27}">
      <dsp:nvSpPr>
        <dsp:cNvPr id="0" name=""/>
        <dsp:cNvSpPr/>
      </dsp:nvSpPr>
      <dsp:spPr>
        <a:xfrm>
          <a:off x="1074218" y="1645263"/>
          <a:ext cx="7494031" cy="822631"/>
        </a:xfrm>
        <a:prstGeom prst="rect">
          <a:avLst/>
        </a:prstGeom>
        <a:solidFill>
          <a:schemeClr val="accent2">
            <a:hueOff val="151055"/>
            <a:satOff val="-15998"/>
            <a:lumOff val="-39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296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000" kern="1200" smtClean="0"/>
            <a:t>花生利于补充抗氧化物质</a:t>
          </a:r>
          <a:endParaRPr lang="zh-CN" sz="4000" kern="1200"/>
        </a:p>
      </dsp:txBody>
      <dsp:txXfrm>
        <a:off x="1074218" y="1645263"/>
        <a:ext cx="7494031" cy="822631"/>
      </dsp:txXfrm>
    </dsp:sp>
    <dsp:sp modelId="{D5DCA5B9-E60A-43CA-874A-F240BDFCECB1}">
      <dsp:nvSpPr>
        <dsp:cNvPr id="0" name=""/>
        <dsp:cNvSpPr/>
      </dsp:nvSpPr>
      <dsp:spPr>
        <a:xfrm>
          <a:off x="560073" y="1542434"/>
          <a:ext cx="1028289" cy="10282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57C84-C43F-4AC6-A2A2-C186E976C531}">
      <dsp:nvSpPr>
        <dsp:cNvPr id="0" name=""/>
        <dsp:cNvSpPr/>
      </dsp:nvSpPr>
      <dsp:spPr>
        <a:xfrm>
          <a:off x="1074218" y="2879424"/>
          <a:ext cx="7494031" cy="822631"/>
        </a:xfrm>
        <a:prstGeom prst="rect">
          <a:avLst/>
        </a:prstGeom>
        <a:solidFill>
          <a:schemeClr val="accent2">
            <a:hueOff val="302110"/>
            <a:satOff val="-31995"/>
            <a:lumOff val="-784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296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000" kern="1200" smtClean="0"/>
            <a:t>洋葱营养丰富</a:t>
          </a:r>
          <a:endParaRPr lang="zh-CN" sz="4000" kern="1200"/>
        </a:p>
      </dsp:txBody>
      <dsp:txXfrm>
        <a:off x="1074218" y="2879424"/>
        <a:ext cx="7494031" cy="822631"/>
      </dsp:txXfrm>
    </dsp:sp>
    <dsp:sp modelId="{B1E7E530-A1BB-469A-A6A2-DC5DB7038861}">
      <dsp:nvSpPr>
        <dsp:cNvPr id="0" name=""/>
        <dsp:cNvSpPr/>
      </dsp:nvSpPr>
      <dsp:spPr>
        <a:xfrm>
          <a:off x="560073" y="2776595"/>
          <a:ext cx="1028289" cy="10282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3B6F5-01DC-4132-B7A3-7A56C7402FD5}">
      <dsp:nvSpPr>
        <dsp:cNvPr id="0" name=""/>
        <dsp:cNvSpPr/>
      </dsp:nvSpPr>
      <dsp:spPr>
        <a:xfrm>
          <a:off x="602584" y="4113585"/>
          <a:ext cx="7965664" cy="822631"/>
        </a:xfrm>
        <a:prstGeom prst="rect">
          <a:avLst/>
        </a:prstGeom>
        <a:solidFill>
          <a:schemeClr val="accent2">
            <a:hueOff val="453165"/>
            <a:satOff val="-47993"/>
            <a:lumOff val="-1176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296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000" kern="1200" smtClean="0"/>
            <a:t>“紫洋葱拌花生米”的制作方法</a:t>
          </a:r>
          <a:endParaRPr lang="zh-CN" sz="4000" kern="1200"/>
        </a:p>
      </dsp:txBody>
      <dsp:txXfrm>
        <a:off x="602584" y="4113585"/>
        <a:ext cx="7965664" cy="822631"/>
      </dsp:txXfrm>
    </dsp:sp>
    <dsp:sp modelId="{59D6503F-B0EC-4283-BC7D-DD78B0AF77D7}">
      <dsp:nvSpPr>
        <dsp:cNvPr id="0" name=""/>
        <dsp:cNvSpPr/>
      </dsp:nvSpPr>
      <dsp:spPr>
        <a:xfrm>
          <a:off x="88440" y="4010756"/>
          <a:ext cx="1028289" cy="10282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93875-C19B-411B-AC0E-B46C98355E05}" type="datetimeFigureOut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A882A-35E7-4128-A513-DECA96454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6280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81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9383" y="3520442"/>
            <a:ext cx="9240631" cy="3167893"/>
          </a:xfrm>
        </p:spPr>
        <p:txBody>
          <a:bodyPr anchor="b">
            <a:normAutofit/>
          </a:bodyPr>
          <a:lstStyle>
            <a:lvl1pPr>
              <a:defRPr sz="75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9383" y="6688333"/>
            <a:ext cx="9240631" cy="1576796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2883-64A8-4FC5-A3BA-F9B7FA10DF22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4406" y="6049622"/>
            <a:ext cx="1953662" cy="1094493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668" y="6341358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6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3282" y="873754"/>
            <a:ext cx="9224879" cy="179324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382" y="2987040"/>
            <a:ext cx="9228779" cy="528867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2CA7-3B42-4F89-B500-69137633922B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91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2" y="2904387"/>
            <a:ext cx="9228779" cy="2056320"/>
          </a:xfrm>
        </p:spPr>
        <p:txBody>
          <a:bodyPr anchor="b"/>
          <a:lstStyle>
            <a:lvl1pPr algn="l">
              <a:defRPr sz="5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382" y="5013960"/>
            <a:ext cx="9228779" cy="1204560"/>
          </a:xfr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267-1A48-451B-B9BC-2429D6101F15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1" y="4433139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719" y="4541797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17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19383" y="2991389"/>
            <a:ext cx="4476543" cy="527435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231" y="2991389"/>
            <a:ext cx="4475930" cy="527435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FAC-5CB9-4D61-89E3-257DC1A4A189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719" y="1102897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53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1493" y="3117276"/>
            <a:ext cx="4024434" cy="806767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19381" y="3924044"/>
            <a:ext cx="4476545" cy="434798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18616" y="3112757"/>
            <a:ext cx="4022535" cy="806767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7201" y="3919525"/>
            <a:ext cx="4473952" cy="434798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C961-BD5F-4790-8943-6DF4030C49C5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719" y="1102897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11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3280" y="873754"/>
            <a:ext cx="9224880" cy="179324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9C3-6D51-411B-9429-BB83FAFDD8EA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88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2F67-23E2-4E9E-A9EE-7B54BD6C030C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8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1" y="624523"/>
            <a:ext cx="3681418" cy="1366837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892" y="624525"/>
            <a:ext cx="5307268" cy="7580948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9381" y="2238058"/>
            <a:ext cx="3681418" cy="5967410"/>
          </a:xfrm>
        </p:spPr>
        <p:txBody>
          <a:bodyPr/>
          <a:lstStyle>
            <a:lvl1pPr marL="0" indent="0">
              <a:buNone/>
              <a:defRPr sz="1960"/>
            </a:lvl1pPr>
            <a:lvl2pPr marL="640080" indent="0">
              <a:buNone/>
              <a:defRPr sz="1680"/>
            </a:lvl2pPr>
            <a:lvl3pPr marL="1280160" indent="0">
              <a:buNone/>
              <a:defRPr sz="1400"/>
            </a:lvl3pPr>
            <a:lvl4pPr marL="1920240" indent="0">
              <a:buNone/>
              <a:defRPr sz="1260"/>
            </a:lvl4pPr>
            <a:lvl5pPr marL="2560320" indent="0">
              <a:buNone/>
              <a:defRPr sz="1260"/>
            </a:lvl5pPr>
            <a:lvl6pPr marL="3200400" indent="0">
              <a:buNone/>
              <a:defRPr sz="1260"/>
            </a:lvl6pPr>
            <a:lvl7pPr marL="3840480" indent="0">
              <a:buNone/>
              <a:defRPr sz="1260"/>
            </a:lvl7pPr>
            <a:lvl8pPr marL="4480560" indent="0">
              <a:buNone/>
              <a:defRPr sz="1260"/>
            </a:lvl8pPr>
            <a:lvl9pPr marL="5120640" indent="0">
              <a:buNone/>
              <a:defRPr sz="126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127C-80A8-46B3-A539-F779583A4851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12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2" y="6720840"/>
            <a:ext cx="9228779" cy="793433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19382" y="888951"/>
            <a:ext cx="9228779" cy="5396958"/>
          </a:xfrm>
        </p:spPr>
        <p:txBody>
          <a:bodyPr anchor="t">
            <a:normAutofit/>
          </a:bodyPr>
          <a:lstStyle>
            <a:lvl1pPr marL="0" indent="0" algn="ctr">
              <a:buNone/>
              <a:defRPr sz="2240"/>
            </a:lvl1pPr>
            <a:lvl2pPr marL="640080" indent="0">
              <a:buNone/>
              <a:defRPr sz="2240"/>
            </a:lvl2pPr>
            <a:lvl3pPr marL="1280160" indent="0">
              <a:buNone/>
              <a:defRPr sz="2240"/>
            </a:lvl3pPr>
            <a:lvl4pPr marL="1920240" indent="0">
              <a:buNone/>
              <a:defRPr sz="2240"/>
            </a:lvl4pPr>
            <a:lvl5pPr marL="2560320" indent="0">
              <a:buNone/>
              <a:defRPr sz="2240"/>
            </a:lvl5pPr>
            <a:lvl6pPr marL="3200400" indent="0">
              <a:buNone/>
              <a:defRPr sz="2240"/>
            </a:lvl6pPr>
            <a:lvl7pPr marL="3840480" indent="0">
              <a:buNone/>
              <a:defRPr sz="2240"/>
            </a:lvl7pPr>
            <a:lvl8pPr marL="4480560" indent="0">
              <a:buNone/>
              <a:defRPr sz="2240"/>
            </a:lvl8pPr>
            <a:lvl9pPr marL="5120640" indent="0">
              <a:buNone/>
              <a:defRPr sz="224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9382" y="7514273"/>
            <a:ext cx="9228779" cy="691197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640080" indent="0">
              <a:buNone/>
              <a:defRPr sz="1680"/>
            </a:lvl2pPr>
            <a:lvl3pPr marL="1280160" indent="0">
              <a:buNone/>
              <a:defRPr sz="1400"/>
            </a:lvl3pPr>
            <a:lvl4pPr marL="1920240" indent="0">
              <a:buNone/>
              <a:defRPr sz="1260"/>
            </a:lvl4pPr>
            <a:lvl5pPr marL="2560320" indent="0">
              <a:buNone/>
              <a:defRPr sz="1260"/>
            </a:lvl5pPr>
            <a:lvl6pPr marL="3200400" indent="0">
              <a:buNone/>
              <a:defRPr sz="1260"/>
            </a:lvl6pPr>
            <a:lvl7pPr marL="3840480" indent="0">
              <a:buNone/>
              <a:defRPr sz="1260"/>
            </a:lvl7pPr>
            <a:lvl8pPr marL="4480560" indent="0">
              <a:buNone/>
              <a:defRPr sz="1260"/>
            </a:lvl8pPr>
            <a:lvl9pPr marL="5120640" indent="0">
              <a:buNone/>
              <a:defRPr sz="126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C744-3ACB-43C6-84CA-43C945B662FE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6874925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5719" y="6976324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08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2" y="853440"/>
            <a:ext cx="9228779" cy="4363856"/>
          </a:xfrm>
        </p:spPr>
        <p:txBody>
          <a:bodyPr anchor="ctr">
            <a:normAutofit/>
          </a:bodyPr>
          <a:lstStyle>
            <a:lvl1pPr algn="l">
              <a:defRPr sz="672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382" y="6095664"/>
            <a:ext cx="9228779" cy="2178210"/>
          </a:xfrm>
        </p:spPr>
        <p:txBody>
          <a:bodyPr anchor="ctr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7B76-50D6-41A1-9F93-023BD97F9861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4433139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719" y="4541797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204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3373" y="853440"/>
            <a:ext cx="8553422" cy="4053840"/>
          </a:xfrm>
        </p:spPr>
        <p:txBody>
          <a:bodyPr anchor="ctr">
            <a:normAutofit/>
          </a:bodyPr>
          <a:lstStyle>
            <a:lvl1pPr algn="l">
              <a:defRPr sz="672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82361" y="4907280"/>
            <a:ext cx="7915443" cy="5334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382" y="6095664"/>
            <a:ext cx="9228779" cy="2178210"/>
          </a:xfrm>
        </p:spPr>
        <p:txBody>
          <a:bodyPr anchor="ctr">
            <a:normAutofit/>
          </a:bodyPr>
          <a:lstStyle>
            <a:lvl1pPr marL="0" indent="0" algn="l">
              <a:buNone/>
              <a:defRPr sz="25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00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BDC1-D616-4357-A6BD-0E1A20CDAF05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81" y="4433139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719" y="4541797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531643" y="907207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7347" y="406742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5968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2" y="3413762"/>
            <a:ext cx="9228779" cy="3814783"/>
          </a:xfrm>
        </p:spPr>
        <p:txBody>
          <a:bodyPr anchor="b">
            <a:normAutofit/>
          </a:bodyPr>
          <a:lstStyle>
            <a:lvl1pPr algn="l">
              <a:defRPr sz="672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9382" y="7254240"/>
            <a:ext cx="9228779" cy="102147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93421-4A9C-477E-8E96-9AAC5D2BE0D5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1" y="6874925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5719" y="6976324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9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63373" y="853440"/>
            <a:ext cx="8553422" cy="4053840"/>
          </a:xfrm>
        </p:spPr>
        <p:txBody>
          <a:bodyPr anchor="ctr">
            <a:normAutofit/>
          </a:bodyPr>
          <a:lstStyle>
            <a:lvl1pPr algn="l">
              <a:defRPr sz="672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19381" y="6080760"/>
            <a:ext cx="9363609" cy="117348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360">
                <a:solidFill>
                  <a:schemeClr val="accent1"/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9381" y="7254240"/>
            <a:ext cx="9363609" cy="102147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B510-3BFB-4357-A077-D327FA73C23A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81" y="6874925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5719" y="6976324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531643" y="907207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347" y="4067429"/>
            <a:ext cx="640247" cy="818686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/>
          <a:p>
            <a:pPr lvl="0"/>
            <a:r>
              <a:rPr lang="en-US" sz="112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6425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9382" y="878370"/>
            <a:ext cx="9228778" cy="4032028"/>
          </a:xfrm>
        </p:spPr>
        <p:txBody>
          <a:bodyPr anchor="ctr">
            <a:normAutofit/>
          </a:bodyPr>
          <a:lstStyle>
            <a:lvl1pPr algn="l">
              <a:defRPr sz="672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19382" y="6080760"/>
            <a:ext cx="9228779" cy="117348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360">
                <a:solidFill>
                  <a:schemeClr val="accent1"/>
                </a:solidFill>
              </a:defRPr>
            </a:lvl1pPr>
            <a:lvl2pPr marL="640080" indent="0">
              <a:buFontTx/>
              <a:buNone/>
              <a:defRPr/>
            </a:lvl2pPr>
            <a:lvl3pPr marL="1280160" indent="0">
              <a:buFontTx/>
              <a:buNone/>
              <a:defRPr/>
            </a:lvl3pPr>
            <a:lvl4pPr marL="1920240" indent="0">
              <a:buFontTx/>
              <a:buNone/>
              <a:defRPr/>
            </a:lvl4pPr>
            <a:lvl5pPr marL="256032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9382" y="7254240"/>
            <a:ext cx="9228779" cy="102147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19C4-3E86-4CB2-9C67-DCCEFAC8346E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6874925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5719" y="6976324"/>
            <a:ext cx="818969" cy="511175"/>
          </a:xfrm>
        </p:spPr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37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12DF-5781-4CC1-82E8-B1948E09DD0E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86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9949" y="878369"/>
            <a:ext cx="2318585" cy="7397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19383" y="878369"/>
            <a:ext cx="6602887" cy="739734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5C76-BAB9-4DA0-8EFF-8339B436E283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1" y="995672"/>
            <a:ext cx="1901698" cy="711207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47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20040"/>
            <a:ext cx="2773680" cy="9294079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8589" y="399"/>
            <a:ext cx="2733181" cy="9594155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56032" cy="9601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3280" y="873754"/>
            <a:ext cx="9224880" cy="17932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382" y="2987040"/>
            <a:ext cx="9228779" cy="5440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81360" y="8589126"/>
            <a:ext cx="1072932" cy="51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AA613-F1B2-4F02-BDFC-86413EDD97CD}" type="datetime1">
              <a:rPr lang="zh-CN" altLang="en-US" smtClean="0"/>
              <a:t>2024/09/27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19381" y="8590133"/>
            <a:ext cx="800308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15719" y="1102897"/>
            <a:ext cx="818969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rgbClr val="FEFFFF"/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640080" rtl="0" eaLnBrk="1" latinLnBrk="0" hangingPunct="1">
        <a:spcBef>
          <a:spcPct val="0"/>
        </a:spcBef>
        <a:buNone/>
        <a:defRPr sz="504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0060" indent="-48006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5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40130" indent="-40005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0020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4028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88036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2044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16052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0060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440680" indent="-320040" algn="l" defTabSz="640080" rtl="0" eaLnBrk="1" latinLnBrk="0" hangingPunct="1">
        <a:spcBef>
          <a:spcPts val="14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64008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8000" y="3600000"/>
            <a:ext cx="9224880" cy="1793246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zh-CN" altLang="en-US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紫洋葱拌</a:t>
            </a:r>
            <a:r>
              <a:rPr lang="zh-CN" altLang="en-US" b="1" dirty="0" smtClean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花生米</a:t>
            </a:r>
            <a:endParaRPr lang="zh-CN" altLang="en-US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16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325145"/>
              </p:ext>
            </p:extLst>
          </p:nvPr>
        </p:nvGraphicFramePr>
        <p:xfrm>
          <a:off x="3286861" y="2648992"/>
          <a:ext cx="8643705" cy="5347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40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洋葱和花生是良好的搭配</a:t>
            </a:r>
            <a:endParaRPr lang="zh-CN" altLang="en-US" dirty="0"/>
          </a:p>
        </p:txBody>
      </p:sp>
      <p:pic>
        <p:nvPicPr>
          <p:cNvPr id="3" name="图片占位符 2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382" y="1005953"/>
            <a:ext cx="9228779" cy="51629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内容占位符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zh-CN" dirty="0"/>
              <a:t>洋葱和花生都有其各自的改善血脂和血管健康的作用，并具备多重的抗氧化作用，如果单独食用，固然可以体现各自鲜明的营养功效，但是如果两者搭配同食，则可以发挥协同作战的威力。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01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花生利于补充抗氧化物质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花生中的维生素</a:t>
            </a:r>
            <a:r>
              <a:rPr lang="en-US" altLang="zh-CN" dirty="0"/>
              <a:t>E</a:t>
            </a:r>
            <a:r>
              <a:rPr lang="zh-CN" altLang="zh-CN" dirty="0"/>
              <a:t>和锌含量较高，是抗氧化、延缓衰老、提高免疫力的重要成分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2" name="圆角矩形 1"/>
          <p:cNvSpPr/>
          <p:nvPr/>
        </p:nvSpPr>
        <p:spPr>
          <a:xfrm>
            <a:off x="2719382" y="5085101"/>
            <a:ext cx="2457282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抗氧化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766911" y="5085101"/>
            <a:ext cx="2457282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rgbClr val="FFFF00"/>
                </a:solidFill>
              </a:rPr>
              <a:t>延缓衰老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814440" y="5085101"/>
            <a:ext cx="2457282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rgbClr val="FFFF00"/>
                </a:solidFill>
              </a:rPr>
              <a:t>提高免疫力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63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洋葱营养丰富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洋葱是含植物化学物种类最多、含量也最多的食物之一。这些成分宛如一种较强的血管扩张剂，能舒张血管，降低血液黏度，增强冠状动脉的流量，具有预防和治疗高血压、动脉硬化、高血脂和冠心病的作用。</a:t>
            </a:r>
          </a:p>
          <a:p>
            <a:r>
              <a:rPr lang="zh-CN" altLang="zh-CN" dirty="0"/>
              <a:t>紫洋葱的营养功效要高于黄洋葱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8310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200" dirty="0"/>
              <a:t>“紫洋葱拌花生米”的制作方法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dirty="0" smtClean="0"/>
              <a:t>主料：紫洋葱、花生米。</a:t>
            </a:r>
            <a:endParaRPr lang="zh-CN" altLang="en-US" dirty="0"/>
          </a:p>
          <a:p>
            <a:pPr lvl="0"/>
            <a:r>
              <a:rPr lang="zh-CN" dirty="0" smtClean="0"/>
              <a:t>作料：陈醋、鲜味酱油、白糖、鸡精。</a:t>
            </a:r>
            <a:endParaRPr lang="zh-CN" altLang="en-US" dirty="0"/>
          </a:p>
          <a:p>
            <a:pPr lvl="0"/>
            <a:r>
              <a:rPr lang="zh-CN" dirty="0" smtClean="0"/>
              <a:t>做法：①将花生米用</a:t>
            </a:r>
            <a:r>
              <a:rPr lang="en-US" dirty="0" smtClean="0"/>
              <a:t>40</a:t>
            </a:r>
            <a:r>
              <a:rPr lang="zh-CN" dirty="0" smtClean="0"/>
              <a:t>℃</a:t>
            </a:r>
            <a:r>
              <a:rPr lang="en-US" dirty="0" smtClean="0"/>
              <a:t>~50</a:t>
            </a:r>
            <a:r>
              <a:rPr lang="zh-CN" dirty="0" smtClean="0"/>
              <a:t>℃的温水浸泡</a:t>
            </a:r>
            <a:r>
              <a:rPr lang="en-US" dirty="0" smtClean="0"/>
              <a:t>3~5</a:t>
            </a:r>
            <a:r>
              <a:rPr lang="zh-CN" dirty="0" smtClean="0"/>
              <a:t>小时，不用水煮，清水洗净待用；②将洋葱切成菱形小块；③用陈醋、鲜味酱油、白糖和鸡精将洋葱和花生米拌匀，</a:t>
            </a:r>
            <a:r>
              <a:rPr lang="en-US" dirty="0" smtClean="0"/>
              <a:t>10</a:t>
            </a:r>
            <a:r>
              <a:rPr lang="zh-CN" dirty="0" smtClean="0"/>
              <a:t>分钟后即可以食用。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988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食材图片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92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" y="2650331"/>
            <a:ext cx="5920740" cy="4300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图片 2" descr="2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815" y="3062051"/>
            <a:ext cx="5920740" cy="3477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74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" y="2883694"/>
            <a:ext cx="5920740" cy="38321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图片 2" descr="4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815" y="2580323"/>
            <a:ext cx="5920740" cy="44405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食谱分享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716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00">
        <p15:prstTrans prst="peelOff"/>
      </p:transition>
    </mc:Choice>
    <mc:Fallback xmlns=""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776</TotalTime>
  <Words>309</Words>
  <Application>Microsoft Office PowerPoint</Application>
  <PresentationFormat>A3 纸张(297x420 毫米)</PresentationFormat>
  <Paragraphs>39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宋体</vt:lpstr>
      <vt:lpstr>幼圆</vt:lpstr>
      <vt:lpstr>Arial</vt:lpstr>
      <vt:lpstr>Calibri</vt:lpstr>
      <vt:lpstr>Century Gothic</vt:lpstr>
      <vt:lpstr>Wingdings 3</vt:lpstr>
      <vt:lpstr>丝状</vt:lpstr>
      <vt:lpstr>紫洋葱拌花生米</vt:lpstr>
      <vt:lpstr>目录</vt:lpstr>
      <vt:lpstr>洋葱和花生是良好的搭配</vt:lpstr>
      <vt:lpstr>花生利于补充抗氧化物质</vt:lpstr>
      <vt:lpstr>洋葱营养丰富</vt:lpstr>
      <vt:lpstr>“紫洋葱拌花生米”的制作方法</vt:lpstr>
      <vt:lpstr>食材图片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小西</cp:lastModifiedBy>
  <cp:revision>63</cp:revision>
  <dcterms:created xsi:type="dcterms:W3CDTF">2016-12-03T08:18:43Z</dcterms:created>
  <dcterms:modified xsi:type="dcterms:W3CDTF">2024-09-27T02:26:21Z</dcterms:modified>
</cp:coreProperties>
</file>