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handoutMasterIdLst>
    <p:handoutMasterId r:id="rId8"/>
  </p:handoutMasterIdLst>
  <p:sldIdLst>
    <p:sldId id="263" r:id="rId2"/>
    <p:sldId id="264" r:id="rId3"/>
    <p:sldId id="265" r:id="rId4"/>
    <p:sldId id="266" r:id="rId5"/>
    <p:sldId id="267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93875-C19B-411B-AC0E-B46C98355E05}" type="datetimeFigureOut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A882A-35E7-4128-A513-DECA96454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6280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81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5E1C-61E2-492F-98D5-D94D604D55FA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FE00-783D-4ED9-9AE6-2D8E9680CA2B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75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B0A1-BBCB-4ED1-B910-12D2D585851A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71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2747E-6D17-4C6C-97D6-2B2333F17DE0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8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C4C3-858E-4567-8E49-3EFFC7620D52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6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E30F6-DE56-48F8-BF99-27D8DCBA2C7D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45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276C-12E7-4B09-BDE1-E828FDC5B949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FD08F-F66F-4561-B9A2-A96D95B96FFC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8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DE88E-FC74-4B00-A862-665F6C862EDC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5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7A0A-CAA2-47CA-A3B5-EC37411CD94F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D6FB-E35D-45A9-9D9D-6D9E3E49B11B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ED6A1-C98F-469D-B24B-D892F17FE946}" type="datetime1">
              <a:rPr lang="zh-CN" altLang="en-US" smtClean="0"/>
              <a:t>2024/08/21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8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紫洋葱拌</a:t>
            </a:r>
            <a:r>
              <a:rPr lang="zh-CN" altLang="en-US" dirty="0" smtClean="0"/>
              <a:t>花生米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1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洋葱和花生是良好的搭配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洋葱和花生都有其各自的改善血脂和血管健康的作用，并具备多重的抗氧化作用，如果单独食用，固然可以体现各自鲜明的营养功效，但是如果两者搭配同食，则可以发挥协同作战的威力。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30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花生利于补充抗氧化物质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花生中的维生素</a:t>
            </a:r>
            <a:r>
              <a:rPr lang="en-US" altLang="zh-CN" dirty="0"/>
              <a:t>E</a:t>
            </a:r>
            <a:r>
              <a:rPr lang="zh-CN" altLang="zh-CN" dirty="0"/>
              <a:t>和锌含量较高，是抗氧化、延缓衰老、提高免疫力的重要成分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31336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洋葱营养丰富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洋葱是含植物化学物种类最多、含量也最多的食物之一。这些成分宛如一种较强的血管扩张剂，能舒张血管，降低血液黏度，增强冠状动脉的流量，具有预防和治疗高血压、动脉硬化、高血脂和冠心病的作用。</a:t>
            </a:r>
          </a:p>
          <a:p>
            <a:r>
              <a:rPr lang="zh-CN" altLang="zh-CN" dirty="0"/>
              <a:t>紫洋葱的营养功效要高于黄洋葱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4183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714" dirty="0"/>
              <a:t>“紫洋葱拌花生米”的制作方法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dirty="0" smtClean="0"/>
              <a:t>主料：紫洋葱、花生米。</a:t>
            </a:r>
            <a:endParaRPr lang="zh-CN" altLang="en-US" dirty="0"/>
          </a:p>
          <a:p>
            <a:pPr lvl="0"/>
            <a:r>
              <a:rPr lang="zh-CN" dirty="0" smtClean="0"/>
              <a:t>作料：陈醋、鲜味酱油、白糖、鸡精。</a:t>
            </a:r>
            <a:endParaRPr lang="zh-CN" altLang="en-US" dirty="0"/>
          </a:p>
          <a:p>
            <a:pPr lvl="0"/>
            <a:r>
              <a:rPr lang="zh-CN" dirty="0" smtClean="0"/>
              <a:t>做法：①将花生米用</a:t>
            </a:r>
            <a:r>
              <a:rPr lang="en-US" dirty="0" smtClean="0"/>
              <a:t>40</a:t>
            </a:r>
            <a:r>
              <a:rPr lang="zh-CN" dirty="0" smtClean="0"/>
              <a:t>℃</a:t>
            </a:r>
            <a:r>
              <a:rPr lang="en-US" dirty="0" smtClean="0"/>
              <a:t>~50</a:t>
            </a:r>
            <a:r>
              <a:rPr lang="zh-CN" dirty="0" smtClean="0"/>
              <a:t>℃的温水浸泡</a:t>
            </a:r>
            <a:r>
              <a:rPr lang="en-US" dirty="0" smtClean="0"/>
              <a:t>3~5</a:t>
            </a:r>
            <a:r>
              <a:rPr lang="zh-CN" dirty="0" smtClean="0"/>
              <a:t>小时，不用水煮，清水洗净待用；②将洋葱切成菱形小块；③用陈醋、鲜味酱油、白糖和鸡精将洋葱和花生米拌匀，</a:t>
            </a:r>
            <a:r>
              <a:rPr lang="en-US" dirty="0" smtClean="0"/>
              <a:t>10</a:t>
            </a:r>
            <a:r>
              <a:rPr lang="zh-CN" dirty="0" smtClean="0"/>
              <a:t>分钟后即可以食用。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9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246</Words>
  <Application>Microsoft Office PowerPoint</Application>
  <PresentationFormat>全屏显示(4:3)</PresentationFormat>
  <Paragraphs>12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宋体</vt:lpstr>
      <vt:lpstr>Arial</vt:lpstr>
      <vt:lpstr>Calibri</vt:lpstr>
      <vt:lpstr>Office 主题​​</vt:lpstr>
      <vt:lpstr>紫洋葱拌花生米</vt:lpstr>
      <vt:lpstr>洋葱和花生是良好的搭配</vt:lpstr>
      <vt:lpstr>花生利于补充抗氧化物质</vt:lpstr>
      <vt:lpstr>洋葱营养丰富</vt:lpstr>
      <vt:lpstr>“紫洋葱拌花生米”的制作方法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小西</cp:lastModifiedBy>
  <cp:revision>59</cp:revision>
  <dcterms:created xsi:type="dcterms:W3CDTF">2016-12-03T08:18:43Z</dcterms:created>
  <dcterms:modified xsi:type="dcterms:W3CDTF">2024-08-21T06:20:39Z</dcterms:modified>
</cp:coreProperties>
</file>